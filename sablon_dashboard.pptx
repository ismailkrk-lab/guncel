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3"/>
  </p:sldMasterIdLst>
  <p:notesMasterIdLst>
    <p:notesMasterId r:id="rId5"/>
  </p:notesMasterIdLst>
  <p:handoutMasterIdLst>
    <p:handoutMasterId r:id="rId6"/>
  </p:handoutMasterIdLst>
  <p:sldIdLst>
    <p:sldId id="256" r:id="rId4"/>
  </p:sldIdLst>
  <p:sldSz cx="10058400" cy="16459200"/>
  <p:notesSz cx="6797675" cy="9928225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999E"/>
    <a:srgbClr val="C2CEDC"/>
    <a:srgbClr val="86DDE6"/>
    <a:srgbClr val="D9F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76" autoAdjust="0"/>
    <p:restoredTop sz="96056" autoAdjust="0"/>
  </p:normalViewPr>
  <p:slideViewPr>
    <p:cSldViewPr>
      <p:cViewPr>
        <p:scale>
          <a:sx n="145" d="100"/>
          <a:sy n="145" d="100"/>
        </p:scale>
        <p:origin x="888" y="14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4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>
            <a:extLst>
              <a:ext uri="{FF2B5EF4-FFF2-40B4-BE49-F238E27FC236}">
                <a16:creationId xmlns:a16="http://schemas.microsoft.com/office/drawing/2014/main" id="{28B4FEBE-50AE-A8C1-5438-EFC6199B130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088" cy="497944"/>
          </a:xfrm>
          <a:prstGeom prst="rect">
            <a:avLst/>
          </a:prstGeom>
        </p:spPr>
        <p:txBody>
          <a:bodyPr vert="horz" lIns="57662" tIns="28831" rIns="57662" bIns="28831" rtlCol="0"/>
          <a:lstStyle>
            <a:lvl1pPr algn="l">
              <a:defRPr sz="800"/>
            </a:lvl1pPr>
          </a:lstStyle>
          <a:p>
            <a:endParaRPr lang="tr-TR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B72507D2-C84A-E67F-42A4-F673D47B89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515" y="0"/>
            <a:ext cx="2946088" cy="497944"/>
          </a:xfrm>
          <a:prstGeom prst="rect">
            <a:avLst/>
          </a:prstGeom>
        </p:spPr>
        <p:txBody>
          <a:bodyPr vert="horz" lIns="57662" tIns="28831" rIns="57662" bIns="28831" rtlCol="0"/>
          <a:lstStyle>
            <a:lvl1pPr algn="r">
              <a:defRPr sz="800"/>
            </a:lvl1pPr>
          </a:lstStyle>
          <a:p>
            <a:fld id="{EA410A24-AC1C-42A3-9BE0-8B7EE457F85C}" type="datetimeFigureOut">
              <a:rPr lang="tr-TR" smtClean="0"/>
              <a:t>1.06.2026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AE9E640B-1719-AFC9-7BE5-571A1C15E32B}"/>
              </a:ext>
            </a:extLst>
          </p:cNvPr>
          <p:cNvSpPr>
            <a:spLocks noGrp="1"/>
          </p:cNvSpPr>
          <p:nvPr>
            <p:ph type="ftr" sz="quarter" idx="2"/>
            <p:custDataLst>
              <p:tags r:id="rId2"/>
            </p:custDataLst>
          </p:nvPr>
        </p:nvSpPr>
        <p:spPr>
          <a:xfrm>
            <a:off x="0" y="9430281"/>
            <a:ext cx="6797675" cy="497944"/>
          </a:xfrm>
          <a:prstGeom prst="rect">
            <a:avLst/>
          </a:prstGeom>
        </p:spPr>
        <p:txBody>
          <a:bodyPr vert="horz" lIns="57662" tIns="28831" rIns="57662" bIns="28831" rtlCol="0" anchor="b"/>
          <a:lstStyle>
            <a:lvl1pPr algn="l">
              <a:defRPr sz="800"/>
            </a:lvl1pPr>
          </a:lstStyle>
          <a:p>
            <a:r>
              <a:rPr lang="tr-TR">
                <a:solidFill>
                  <a:srgbClr val="000000"/>
                </a:solidFill>
              </a:rPr>
              <a:t> 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8A7D057-DE79-8503-4F02-00CFE16DC5F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515" y="9430281"/>
            <a:ext cx="2946088" cy="497944"/>
          </a:xfrm>
          <a:prstGeom prst="rect">
            <a:avLst/>
          </a:prstGeom>
        </p:spPr>
        <p:txBody>
          <a:bodyPr vert="horz" lIns="57662" tIns="28831" rIns="57662" bIns="28831" rtlCol="0" anchor="b"/>
          <a:lstStyle>
            <a:lvl1pPr algn="r">
              <a:defRPr sz="800"/>
            </a:lvl1pPr>
          </a:lstStyle>
          <a:p>
            <a:fld id="{D34EB520-64EC-45D6-A9EA-EB861B0CC4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1333944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3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088" cy="497944"/>
          </a:xfrm>
          <a:prstGeom prst="rect">
            <a:avLst/>
          </a:prstGeom>
        </p:spPr>
        <p:txBody>
          <a:bodyPr vert="horz" lIns="57662" tIns="28831" rIns="57662" bIns="28831" rtlCol="0"/>
          <a:lstStyle>
            <a:lvl1pPr algn="l">
              <a:defRPr sz="8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515" y="0"/>
            <a:ext cx="2946088" cy="497944"/>
          </a:xfrm>
          <a:prstGeom prst="rect">
            <a:avLst/>
          </a:prstGeom>
        </p:spPr>
        <p:txBody>
          <a:bodyPr vert="horz" lIns="57662" tIns="28831" rIns="57662" bIns="28831" rtlCol="0"/>
          <a:lstStyle>
            <a:lvl1pPr algn="r">
              <a:defRPr sz="800"/>
            </a:lvl1pPr>
          </a:lstStyle>
          <a:p>
            <a:fld id="{CD2F7901-2FBA-4178-A77D-CCAA6EA2358F}" type="datetimeFigureOut">
              <a:rPr lang="tr-TR" smtClean="0"/>
              <a:t>1.06.2026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74900" y="1241425"/>
            <a:ext cx="204787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57662" tIns="28831" rIns="57662" bIns="28831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197" y="4778342"/>
            <a:ext cx="5437282" cy="3908856"/>
          </a:xfrm>
          <a:prstGeom prst="rect">
            <a:avLst/>
          </a:prstGeom>
        </p:spPr>
        <p:txBody>
          <a:bodyPr vert="horz" lIns="57662" tIns="28831" rIns="57662" bIns="288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2"/>
            </p:custDataLst>
          </p:nvPr>
        </p:nvSpPr>
        <p:spPr>
          <a:xfrm>
            <a:off x="0" y="9430281"/>
            <a:ext cx="6797675" cy="497944"/>
          </a:xfrm>
          <a:prstGeom prst="rect">
            <a:avLst/>
          </a:prstGeom>
        </p:spPr>
        <p:txBody>
          <a:bodyPr vert="horz" lIns="57662" tIns="28831" rIns="57662" bIns="28831" rtlCol="0" anchor="b"/>
          <a:lstStyle>
            <a:lvl1pPr algn="l">
              <a:defRPr sz="800" b="0" i="0" u="none">
                <a:solidFill>
                  <a:srgbClr val="000000"/>
                </a:solidFill>
              </a:defRPr>
            </a:lvl1pPr>
          </a:lstStyle>
          <a:p>
            <a:r>
              <a:rPr lang="tr-TR"/>
              <a:t> 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515" y="9430281"/>
            <a:ext cx="2946088" cy="497944"/>
          </a:xfrm>
          <a:prstGeom prst="rect">
            <a:avLst/>
          </a:prstGeom>
        </p:spPr>
        <p:txBody>
          <a:bodyPr vert="horz" lIns="57662" tIns="28831" rIns="57662" bIns="28831" rtlCol="0" anchor="b"/>
          <a:lstStyle>
            <a:lvl1pPr algn="r">
              <a:defRPr sz="800"/>
            </a:lvl1pPr>
          </a:lstStyle>
          <a:p>
            <a:fld id="{5C54E685-5FCC-4B64-BBA1-EE08FBE08D4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54631238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4E685-5FCC-4B64-BBA1-EE08FBE08D44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8018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5102352"/>
            <a:ext cx="8549640" cy="34564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9217152"/>
            <a:ext cx="7040880" cy="4114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3785616"/>
            <a:ext cx="4375404" cy="108630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3785616"/>
            <a:ext cx="4375404" cy="108630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  <p:custDataLst>
              <p:tags r:id="rId1"/>
            </p:custDataLst>
          </p:nvPr>
        </p:nvSpPr>
        <p:spPr/>
        <p:txBody>
          <a:bodyPr lIns="0" tIns="0" rIns="0" bIns="0"/>
          <a:lstStyle>
            <a:lvl1pPr algn="l">
              <a:defRPr b="0" i="0" u="none">
                <a:solidFill>
                  <a:srgbClr val="000000"/>
                </a:solidFill>
              </a:defRPr>
            </a:lvl1pPr>
          </a:lstStyle>
          <a:p>
            <a:r>
              <a:rPr lang="tr-TR"/>
              <a:t> 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10058400" cy="16459200"/>
          </a:xfrm>
          <a:custGeom>
            <a:avLst/>
            <a:gdLst/>
            <a:ahLst/>
            <a:cxnLst/>
            <a:rect l="l" t="t" r="r" b="b"/>
            <a:pathLst>
              <a:path w="10058400" h="16459200">
                <a:moveTo>
                  <a:pt x="10058400" y="0"/>
                </a:moveTo>
                <a:lnTo>
                  <a:pt x="0" y="0"/>
                </a:lnTo>
                <a:lnTo>
                  <a:pt x="0" y="16459200"/>
                </a:lnTo>
                <a:lnTo>
                  <a:pt x="10058400" y="16459200"/>
                </a:lnTo>
                <a:lnTo>
                  <a:pt x="10058400" y="0"/>
                </a:lnTo>
                <a:close/>
              </a:path>
            </a:pathLst>
          </a:custGeom>
          <a:solidFill>
            <a:srgbClr val="BCD6ED">
              <a:alpha val="4117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544823" y="1975104"/>
            <a:ext cx="1346200" cy="2624455"/>
          </a:xfrm>
          <a:custGeom>
            <a:avLst/>
            <a:gdLst/>
            <a:ahLst/>
            <a:cxnLst/>
            <a:rect l="l" t="t" r="r" b="b"/>
            <a:pathLst>
              <a:path w="1346200" h="2624454">
                <a:moveTo>
                  <a:pt x="1121410" y="0"/>
                </a:moveTo>
                <a:lnTo>
                  <a:pt x="224281" y="0"/>
                </a:lnTo>
                <a:lnTo>
                  <a:pt x="179093" y="4558"/>
                </a:lnTo>
                <a:lnTo>
                  <a:pt x="136999" y="17631"/>
                </a:lnTo>
                <a:lnTo>
                  <a:pt x="98902" y="38315"/>
                </a:lnTo>
                <a:lnTo>
                  <a:pt x="65706" y="65706"/>
                </a:lnTo>
                <a:lnTo>
                  <a:pt x="38315" y="98902"/>
                </a:lnTo>
                <a:lnTo>
                  <a:pt x="17631" y="136999"/>
                </a:lnTo>
                <a:lnTo>
                  <a:pt x="4558" y="179093"/>
                </a:lnTo>
                <a:lnTo>
                  <a:pt x="0" y="224282"/>
                </a:lnTo>
                <a:lnTo>
                  <a:pt x="0" y="2400046"/>
                </a:lnTo>
                <a:lnTo>
                  <a:pt x="4558" y="2445234"/>
                </a:lnTo>
                <a:lnTo>
                  <a:pt x="17631" y="2487328"/>
                </a:lnTo>
                <a:lnTo>
                  <a:pt x="38315" y="2525425"/>
                </a:lnTo>
                <a:lnTo>
                  <a:pt x="65706" y="2558621"/>
                </a:lnTo>
                <a:lnTo>
                  <a:pt x="98902" y="2586012"/>
                </a:lnTo>
                <a:lnTo>
                  <a:pt x="136999" y="2606696"/>
                </a:lnTo>
                <a:lnTo>
                  <a:pt x="179093" y="2619769"/>
                </a:lnTo>
                <a:lnTo>
                  <a:pt x="224281" y="2624328"/>
                </a:lnTo>
                <a:lnTo>
                  <a:pt x="1121410" y="2624328"/>
                </a:lnTo>
                <a:lnTo>
                  <a:pt x="1166598" y="2619769"/>
                </a:lnTo>
                <a:lnTo>
                  <a:pt x="1208692" y="2606696"/>
                </a:lnTo>
                <a:lnTo>
                  <a:pt x="1246789" y="2586012"/>
                </a:lnTo>
                <a:lnTo>
                  <a:pt x="1279985" y="2558621"/>
                </a:lnTo>
                <a:lnTo>
                  <a:pt x="1307376" y="2525425"/>
                </a:lnTo>
                <a:lnTo>
                  <a:pt x="1328060" y="2487328"/>
                </a:lnTo>
                <a:lnTo>
                  <a:pt x="1341133" y="2445234"/>
                </a:lnTo>
                <a:lnTo>
                  <a:pt x="1345691" y="2400046"/>
                </a:lnTo>
                <a:lnTo>
                  <a:pt x="1345691" y="224282"/>
                </a:lnTo>
                <a:lnTo>
                  <a:pt x="1341133" y="179093"/>
                </a:lnTo>
                <a:lnTo>
                  <a:pt x="1328060" y="136999"/>
                </a:lnTo>
                <a:lnTo>
                  <a:pt x="1307376" y="98902"/>
                </a:lnTo>
                <a:lnTo>
                  <a:pt x="1279985" y="65706"/>
                </a:lnTo>
                <a:lnTo>
                  <a:pt x="1246789" y="38315"/>
                </a:lnTo>
                <a:lnTo>
                  <a:pt x="1208692" y="17631"/>
                </a:lnTo>
                <a:lnTo>
                  <a:pt x="1166598" y="4558"/>
                </a:lnTo>
                <a:lnTo>
                  <a:pt x="1121410" y="0"/>
                </a:lnTo>
                <a:close/>
              </a:path>
            </a:pathLst>
          </a:custGeom>
          <a:solidFill>
            <a:srgbClr val="2199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920" y="658368"/>
            <a:ext cx="9052560" cy="26334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3785616"/>
            <a:ext cx="9052560" cy="108630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  <p:custDataLst>
              <p:tags r:id="rId7"/>
            </p:custDataLst>
          </p:nvPr>
        </p:nvSpPr>
        <p:spPr>
          <a:xfrm>
            <a:off x="0" y="15307056"/>
            <a:ext cx="10058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 b="0" i="0" u="none">
                <a:solidFill>
                  <a:srgbClr val="000000"/>
                </a:solidFill>
              </a:defRPr>
            </a:lvl1pPr>
          </a:lstStyle>
          <a:p>
            <a:r>
              <a:rPr lang="tr-TR"/>
              <a:t> 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15307056"/>
            <a:ext cx="2313432" cy="822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15307056"/>
            <a:ext cx="2313432" cy="822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18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tags" Target="../tags/tag5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1000">
              <a:schemeClr val="accent5">
                <a:lumMod val="10000"/>
                <a:lumOff val="90000"/>
              </a:schemeClr>
            </a:gs>
            <a:gs pos="92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6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Dikdörtgen: Köşeleri Yuvarlatılmış 175">
            <a:extLst>
              <a:ext uri="{FF2B5EF4-FFF2-40B4-BE49-F238E27FC236}">
                <a16:creationId xmlns:a16="http://schemas.microsoft.com/office/drawing/2014/main" id="{1C3D676D-309B-BBFE-0400-0E9C36C112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342" y="5022578"/>
            <a:ext cx="5190247" cy="1322555"/>
          </a:xfrm>
          <a:prstGeom prst="roundRect">
            <a:avLst/>
          </a:prstGeom>
          <a:solidFill>
            <a:srgbClr val="21999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491232" y="407034"/>
            <a:ext cx="5173345" cy="4312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675"/>
              </a:lnSpc>
              <a:spcBef>
                <a:spcPts val="100"/>
              </a:spcBef>
            </a:pPr>
            <a:r>
              <a:rPr sz="1400" b="1" dirty="0">
                <a:solidFill>
                  <a:srgbClr val="1E4E7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TERMİNAL</a:t>
            </a:r>
            <a:r>
              <a:rPr sz="1400" b="1" spc="-40" dirty="0">
                <a:solidFill>
                  <a:srgbClr val="1E4E7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spc="-10" dirty="0">
                <a:solidFill>
                  <a:srgbClr val="1E4E7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OPERASYON</a:t>
            </a:r>
            <a:r>
              <a:rPr sz="1400" b="1" spc="-40" dirty="0">
                <a:solidFill>
                  <a:srgbClr val="1E4E7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spc="-20" dirty="0">
                <a:solidFill>
                  <a:srgbClr val="1E4E7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GÜNLÜK</a:t>
            </a:r>
            <a:r>
              <a:rPr sz="1400" b="1" spc="-100" dirty="0">
                <a:solidFill>
                  <a:srgbClr val="1E4E7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spc="-20" dirty="0">
                <a:solidFill>
                  <a:srgbClr val="1E4E7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FAALİYET</a:t>
            </a:r>
            <a:r>
              <a:rPr sz="1400" b="1" spc="-40" dirty="0">
                <a:solidFill>
                  <a:srgbClr val="1E4E7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400" b="1" spc="-10" dirty="0">
                <a:solidFill>
                  <a:srgbClr val="1E4E7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RAPORU</a:t>
            </a:r>
            <a:endParaRPr sz="1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>
              <a:lnSpc>
                <a:spcPts val="1675"/>
              </a:lnSpc>
              <a:tabLst>
                <a:tab pos="1363345" algn="l"/>
              </a:tabLst>
            </a:pPr>
            <a:r>
              <a:rPr lang="tr-TR" sz="1400" b="1" spc="-10">
                <a:solidFill>
                  <a:srgbClr val="1E4E7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TARİ</a:t>
            </a:r>
            <a:r>
              <a:rPr lang="tr-TR" sz="1400" b="1" spc="-10" dirty="0">
                <a:solidFill>
                  <a:srgbClr val="1E4E7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endParaRPr sz="1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object 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35645" y="6727628"/>
            <a:ext cx="83253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DANIŞMA</a:t>
            </a:r>
            <a:endParaRPr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object 17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23471" y="1208260"/>
            <a:ext cx="1043699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tr-TR" sz="1100" b="1" u="sng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GİDEN YOLCU</a:t>
            </a:r>
            <a:endParaRPr sz="1100" b="1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5708253-7BEB-505B-9CCB-07795BECD57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38200" y="955571"/>
            <a:ext cx="3935729" cy="231495"/>
            <a:chOff x="838200" y="955571"/>
            <a:chExt cx="3935729" cy="231495"/>
          </a:xfrm>
        </p:grpSpPr>
        <p:sp>
          <p:nvSpPr>
            <p:cNvPr id="16" name="object 16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98797" y="955571"/>
              <a:ext cx="2814535" cy="18210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algn="l">
                <a:lnSpc>
                  <a:spcPct val="100000"/>
                </a:lnSpc>
                <a:spcBef>
                  <a:spcPts val="100"/>
                </a:spcBef>
              </a:pPr>
              <a:r>
                <a:rPr sz="1100" b="1" spc="-20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PASAPORTTAN</a:t>
              </a:r>
              <a:r>
                <a:rPr sz="1100" b="1" spc="5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sz="1100" b="1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GEÇEN</a:t>
              </a:r>
              <a:r>
                <a:rPr sz="1100" b="1" spc="-75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sz="1100" b="1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YOLCU</a:t>
              </a:r>
              <a:r>
                <a:rPr sz="1100" b="1" spc="-35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sz="1100" b="1" spc="-10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SAYILARI</a:t>
              </a:r>
              <a:endParaRPr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0" name="object 20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38200" y="1178811"/>
              <a:ext cx="3935729" cy="8255"/>
            </a:xfrm>
            <a:custGeom>
              <a:avLst/>
              <a:gdLst/>
              <a:ahLst/>
              <a:cxnLst/>
              <a:rect l="l" t="t" r="r" b="b"/>
              <a:pathLst>
                <a:path w="3935729" h="8255">
                  <a:moveTo>
                    <a:pt x="0" y="8254"/>
                  </a:moveTo>
                  <a:lnTo>
                    <a:pt x="3935603" y="0"/>
                  </a:lnTo>
                </a:path>
              </a:pathLst>
            </a:custGeom>
            <a:ln w="12192">
              <a:solidFill>
                <a:srgbClr val="2199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>
            <a:grpSpLocks noGrp="1" noUngrp="1" noRot="1" noMove="1" noResize="1"/>
          </p:cNvGrpSpPr>
          <p:nvPr/>
        </p:nvGrpSpPr>
        <p:grpSpPr>
          <a:xfrm>
            <a:off x="3479681" y="6705600"/>
            <a:ext cx="360000" cy="360000"/>
            <a:chOff x="281019" y="9078999"/>
            <a:chExt cx="274955" cy="275590"/>
          </a:xfrm>
        </p:grpSpPr>
        <p:sp>
          <p:nvSpPr>
            <p:cNvPr id="31" name="object 3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1019" y="9078999"/>
              <a:ext cx="274955" cy="275590"/>
            </a:xfrm>
            <a:custGeom>
              <a:avLst/>
              <a:gdLst/>
              <a:ahLst/>
              <a:cxnLst/>
              <a:rect l="l" t="t" r="r" b="b"/>
              <a:pathLst>
                <a:path w="274955" h="275590">
                  <a:moveTo>
                    <a:pt x="137424" y="0"/>
                  </a:moveTo>
                  <a:lnTo>
                    <a:pt x="94074" y="7053"/>
                  </a:lnTo>
                  <a:lnTo>
                    <a:pt x="56374" y="26604"/>
                  </a:lnTo>
                  <a:lnTo>
                    <a:pt x="26591" y="56401"/>
                  </a:lnTo>
                  <a:lnTo>
                    <a:pt x="7048" y="94085"/>
                  </a:lnTo>
                  <a:lnTo>
                    <a:pt x="0" y="137356"/>
                  </a:lnTo>
                  <a:lnTo>
                    <a:pt x="67" y="137980"/>
                  </a:lnTo>
                  <a:lnTo>
                    <a:pt x="6972" y="180852"/>
                  </a:lnTo>
                  <a:lnTo>
                    <a:pt x="26525" y="218613"/>
                  </a:lnTo>
                  <a:lnTo>
                    <a:pt x="56340" y="248438"/>
                  </a:lnTo>
                  <a:lnTo>
                    <a:pt x="94114" y="268021"/>
                  </a:lnTo>
                  <a:lnTo>
                    <a:pt x="137545" y="275058"/>
                  </a:lnTo>
                  <a:lnTo>
                    <a:pt x="180884" y="268021"/>
                  </a:lnTo>
                  <a:lnTo>
                    <a:pt x="204703" y="255669"/>
                  </a:lnTo>
                  <a:lnTo>
                    <a:pt x="136940" y="255669"/>
                  </a:lnTo>
                  <a:lnTo>
                    <a:pt x="91116" y="246177"/>
                  </a:lnTo>
                  <a:lnTo>
                    <a:pt x="53740" y="220776"/>
                  </a:lnTo>
                  <a:lnTo>
                    <a:pt x="28568" y="183243"/>
                  </a:lnTo>
                  <a:lnTo>
                    <a:pt x="19354" y="137356"/>
                  </a:lnTo>
                  <a:lnTo>
                    <a:pt x="28659" y="91576"/>
                  </a:lnTo>
                  <a:lnTo>
                    <a:pt x="54071" y="54048"/>
                  </a:lnTo>
                  <a:lnTo>
                    <a:pt x="91635" y="28671"/>
                  </a:lnTo>
                  <a:lnTo>
                    <a:pt x="137392" y="19343"/>
                  </a:lnTo>
                  <a:lnTo>
                    <a:pt x="204603" y="19343"/>
                  </a:lnTo>
                  <a:lnTo>
                    <a:pt x="180798" y="7003"/>
                  </a:lnTo>
                  <a:lnTo>
                    <a:pt x="137424" y="0"/>
                  </a:lnTo>
                  <a:close/>
                </a:path>
                <a:path w="274955" h="275590">
                  <a:moveTo>
                    <a:pt x="204603" y="19343"/>
                  </a:moveTo>
                  <a:lnTo>
                    <a:pt x="137392" y="19343"/>
                  </a:lnTo>
                  <a:lnTo>
                    <a:pt x="183332" y="28692"/>
                  </a:lnTo>
                  <a:lnTo>
                    <a:pt x="220919" y="54165"/>
                  </a:lnTo>
                  <a:lnTo>
                    <a:pt x="246298" y="91886"/>
                  </a:lnTo>
                  <a:lnTo>
                    <a:pt x="255615" y="137981"/>
                  </a:lnTo>
                  <a:lnTo>
                    <a:pt x="245582" y="184934"/>
                  </a:lnTo>
                  <a:lnTo>
                    <a:pt x="219617" y="222301"/>
                  </a:lnTo>
                  <a:lnTo>
                    <a:pt x="181981" y="246930"/>
                  </a:lnTo>
                  <a:lnTo>
                    <a:pt x="136940" y="255669"/>
                  </a:lnTo>
                  <a:lnTo>
                    <a:pt x="204703" y="255669"/>
                  </a:lnTo>
                  <a:lnTo>
                    <a:pt x="248330" y="218708"/>
                  </a:lnTo>
                  <a:lnTo>
                    <a:pt x="267890" y="180997"/>
                  </a:lnTo>
                  <a:lnTo>
                    <a:pt x="274900" y="137981"/>
                  </a:lnTo>
                  <a:lnTo>
                    <a:pt x="274911" y="137357"/>
                  </a:lnTo>
                  <a:lnTo>
                    <a:pt x="267941" y="94191"/>
                  </a:lnTo>
                  <a:lnTo>
                    <a:pt x="248340" y="56374"/>
                  </a:lnTo>
                  <a:lnTo>
                    <a:pt x="218549" y="26572"/>
                  </a:lnTo>
                  <a:lnTo>
                    <a:pt x="204603" y="19343"/>
                  </a:lnTo>
                  <a:close/>
                </a:path>
              </a:pathLst>
            </a:custGeom>
            <a:solidFill>
              <a:srgbClr val="1E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2499" y="9127796"/>
              <a:ext cx="73219" cy="167651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5680075" y="12362433"/>
            <a:ext cx="338899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"/>
                <a:cs typeface="Arial"/>
              </a:rPr>
              <a:t>.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5907296" y="17769"/>
            <a:ext cx="424815" cy="411480"/>
            <a:chOff x="5907296" y="17769"/>
            <a:chExt cx="424815" cy="411480"/>
          </a:xfrm>
        </p:grpSpPr>
        <p:sp>
          <p:nvSpPr>
            <p:cNvPr id="53" name="object 53"/>
            <p:cNvSpPr/>
            <p:nvPr/>
          </p:nvSpPr>
          <p:spPr>
            <a:xfrm>
              <a:off x="5907296" y="17769"/>
              <a:ext cx="424815" cy="411480"/>
            </a:xfrm>
            <a:custGeom>
              <a:avLst/>
              <a:gdLst/>
              <a:ahLst/>
              <a:cxnLst/>
              <a:rect l="l" t="t" r="r" b="b"/>
              <a:pathLst>
                <a:path w="424814" h="411480">
                  <a:moveTo>
                    <a:pt x="3820" y="0"/>
                  </a:moveTo>
                  <a:lnTo>
                    <a:pt x="0" y="407696"/>
                  </a:lnTo>
                  <a:lnTo>
                    <a:pt x="420539" y="411337"/>
                  </a:lnTo>
                  <a:lnTo>
                    <a:pt x="424240" y="3635"/>
                  </a:lnTo>
                  <a:lnTo>
                    <a:pt x="38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930460" y="37903"/>
              <a:ext cx="380365" cy="184150"/>
            </a:xfrm>
            <a:custGeom>
              <a:avLst/>
              <a:gdLst/>
              <a:ahLst/>
              <a:cxnLst/>
              <a:rect l="l" t="t" r="r" b="b"/>
              <a:pathLst>
                <a:path w="380364" h="184150">
                  <a:moveTo>
                    <a:pt x="1432" y="0"/>
                  </a:moveTo>
                  <a:lnTo>
                    <a:pt x="0" y="183679"/>
                  </a:lnTo>
                  <a:lnTo>
                    <a:pt x="378867" y="125235"/>
                  </a:lnTo>
                  <a:lnTo>
                    <a:pt x="380300" y="2790"/>
                  </a:lnTo>
                  <a:lnTo>
                    <a:pt x="1432" y="0"/>
                  </a:lnTo>
                  <a:close/>
                </a:path>
              </a:pathLst>
            </a:custGeom>
            <a:solidFill>
              <a:srgbClr val="00BD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929027" y="182612"/>
              <a:ext cx="380365" cy="224154"/>
            </a:xfrm>
            <a:custGeom>
              <a:avLst/>
              <a:gdLst/>
              <a:ahLst/>
              <a:cxnLst/>
              <a:rect l="l" t="t" r="r" b="b"/>
              <a:pathLst>
                <a:path w="380364" h="224154">
                  <a:moveTo>
                    <a:pt x="380300" y="0"/>
                  </a:moveTo>
                  <a:lnTo>
                    <a:pt x="1432" y="58443"/>
                  </a:lnTo>
                  <a:lnTo>
                    <a:pt x="0" y="221247"/>
                  </a:lnTo>
                  <a:lnTo>
                    <a:pt x="378867" y="224029"/>
                  </a:lnTo>
                  <a:lnTo>
                    <a:pt x="380300" y="0"/>
                  </a:lnTo>
                  <a:close/>
                </a:path>
              </a:pathLst>
            </a:custGeom>
            <a:solidFill>
              <a:srgbClr val="00C4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40013" y="314805"/>
              <a:ext cx="147702" cy="73747"/>
            </a:xfrm>
            <a:prstGeom prst="rect">
              <a:avLst/>
            </a:prstGeom>
          </p:spPr>
        </p:pic>
      </p:grpSp>
      <p:grpSp>
        <p:nvGrpSpPr>
          <p:cNvPr id="57" name="object 57"/>
          <p:cNvGrpSpPr/>
          <p:nvPr/>
        </p:nvGrpSpPr>
        <p:grpSpPr>
          <a:xfrm>
            <a:off x="4836962" y="149221"/>
            <a:ext cx="271780" cy="228600"/>
            <a:chOff x="4836962" y="149221"/>
            <a:chExt cx="271780" cy="228600"/>
          </a:xfrm>
        </p:grpSpPr>
        <p:pic>
          <p:nvPicPr>
            <p:cNvPr id="58" name="object 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36962" y="149221"/>
              <a:ext cx="202269" cy="226808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5068008" y="152000"/>
              <a:ext cx="40640" cy="225425"/>
            </a:xfrm>
            <a:custGeom>
              <a:avLst/>
              <a:gdLst/>
              <a:ahLst/>
              <a:cxnLst/>
              <a:rect l="l" t="t" r="r" b="b"/>
              <a:pathLst>
                <a:path w="40639" h="225425">
                  <a:moveTo>
                    <a:pt x="5731" y="0"/>
                  </a:moveTo>
                  <a:lnTo>
                    <a:pt x="4298" y="0"/>
                  </a:lnTo>
                  <a:lnTo>
                    <a:pt x="2865" y="1400"/>
                  </a:lnTo>
                  <a:lnTo>
                    <a:pt x="2865" y="38970"/>
                  </a:lnTo>
                  <a:lnTo>
                    <a:pt x="4298" y="40359"/>
                  </a:lnTo>
                  <a:lnTo>
                    <a:pt x="38686" y="40359"/>
                  </a:lnTo>
                  <a:lnTo>
                    <a:pt x="40119" y="38970"/>
                  </a:lnTo>
                  <a:lnTo>
                    <a:pt x="40119" y="6958"/>
                  </a:lnTo>
                  <a:lnTo>
                    <a:pt x="38686" y="5568"/>
                  </a:lnTo>
                  <a:lnTo>
                    <a:pt x="37253" y="5568"/>
                  </a:lnTo>
                  <a:lnTo>
                    <a:pt x="5731" y="0"/>
                  </a:lnTo>
                  <a:close/>
                </a:path>
                <a:path w="40639" h="225425">
                  <a:moveTo>
                    <a:pt x="37253" y="69581"/>
                  </a:moveTo>
                  <a:lnTo>
                    <a:pt x="2865" y="69581"/>
                  </a:lnTo>
                  <a:lnTo>
                    <a:pt x="1432" y="70970"/>
                  </a:lnTo>
                  <a:lnTo>
                    <a:pt x="1432" y="72360"/>
                  </a:lnTo>
                  <a:lnTo>
                    <a:pt x="0" y="222637"/>
                  </a:lnTo>
                  <a:lnTo>
                    <a:pt x="0" y="224029"/>
                  </a:lnTo>
                  <a:lnTo>
                    <a:pt x="1432" y="225419"/>
                  </a:lnTo>
                  <a:lnTo>
                    <a:pt x="35821" y="225419"/>
                  </a:lnTo>
                  <a:lnTo>
                    <a:pt x="37253" y="224029"/>
                  </a:lnTo>
                  <a:lnTo>
                    <a:pt x="37253" y="222637"/>
                  </a:lnTo>
                  <a:lnTo>
                    <a:pt x="38686" y="72360"/>
                  </a:lnTo>
                  <a:lnTo>
                    <a:pt x="38686" y="70970"/>
                  </a:lnTo>
                  <a:lnTo>
                    <a:pt x="37253" y="69581"/>
                  </a:lnTo>
                  <a:close/>
                </a:path>
              </a:pathLst>
            </a:custGeom>
            <a:solidFill>
              <a:srgbClr val="1D24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0" name="object 60"/>
          <p:cNvGrpSpPr/>
          <p:nvPr/>
        </p:nvGrpSpPr>
        <p:grpSpPr>
          <a:xfrm>
            <a:off x="5158396" y="97736"/>
            <a:ext cx="686435" cy="334010"/>
            <a:chOff x="5158396" y="97736"/>
            <a:chExt cx="686435" cy="334010"/>
          </a:xfrm>
        </p:grpSpPr>
        <p:pic>
          <p:nvPicPr>
            <p:cNvPr id="61" name="object 6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41981" y="227139"/>
              <a:ext cx="87522" cy="154455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58396" y="222971"/>
              <a:ext cx="86089" cy="157232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78875" y="220180"/>
              <a:ext cx="146330" cy="211506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56939" y="221581"/>
              <a:ext cx="150587" cy="162796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64012" y="174264"/>
              <a:ext cx="80358" cy="210114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5158396" y="97736"/>
              <a:ext cx="647700" cy="95250"/>
            </a:xfrm>
            <a:custGeom>
              <a:avLst/>
              <a:gdLst/>
              <a:ahLst/>
              <a:cxnLst/>
              <a:rect l="l" t="t" r="r" b="b"/>
              <a:pathLst>
                <a:path w="647700" h="95250">
                  <a:moveTo>
                    <a:pt x="0" y="89054"/>
                  </a:moveTo>
                  <a:lnTo>
                    <a:pt x="0" y="94623"/>
                  </a:lnTo>
                  <a:lnTo>
                    <a:pt x="18343" y="95090"/>
                  </a:lnTo>
                  <a:lnTo>
                    <a:pt x="55559" y="94689"/>
                  </a:lnTo>
                  <a:lnTo>
                    <a:pt x="108142" y="93220"/>
                  </a:lnTo>
                  <a:lnTo>
                    <a:pt x="172583" y="90483"/>
                  </a:lnTo>
                  <a:lnTo>
                    <a:pt x="195674" y="89148"/>
                  </a:lnTo>
                  <a:lnTo>
                    <a:pt x="34935" y="89148"/>
                  </a:lnTo>
                  <a:lnTo>
                    <a:pt x="0" y="89054"/>
                  </a:lnTo>
                  <a:close/>
                </a:path>
                <a:path w="647700" h="95250">
                  <a:moveTo>
                    <a:pt x="647167" y="0"/>
                  </a:moveTo>
                  <a:lnTo>
                    <a:pt x="645734" y="0"/>
                  </a:lnTo>
                  <a:lnTo>
                    <a:pt x="584217" y="20379"/>
                  </a:lnTo>
                  <a:lnTo>
                    <a:pt x="520322" y="37402"/>
                  </a:lnTo>
                  <a:lnTo>
                    <a:pt x="455241" y="51370"/>
                  </a:lnTo>
                  <a:lnTo>
                    <a:pt x="390167" y="62583"/>
                  </a:lnTo>
                  <a:lnTo>
                    <a:pt x="326290" y="71341"/>
                  </a:lnTo>
                  <a:lnTo>
                    <a:pt x="264804" y="77944"/>
                  </a:lnTo>
                  <a:lnTo>
                    <a:pt x="206899" y="82693"/>
                  </a:lnTo>
                  <a:lnTo>
                    <a:pt x="153768" y="85888"/>
                  </a:lnTo>
                  <a:lnTo>
                    <a:pt x="106602" y="87828"/>
                  </a:lnTo>
                  <a:lnTo>
                    <a:pt x="66594" y="88815"/>
                  </a:lnTo>
                  <a:lnTo>
                    <a:pt x="34935" y="89148"/>
                  </a:lnTo>
                  <a:lnTo>
                    <a:pt x="195674" y="89148"/>
                  </a:lnTo>
                  <a:lnTo>
                    <a:pt x="245374" y="86276"/>
                  </a:lnTo>
                  <a:lnTo>
                    <a:pt x="293964" y="82602"/>
                  </a:lnTo>
                  <a:lnTo>
                    <a:pt x="345290" y="77753"/>
                  </a:lnTo>
                  <a:lnTo>
                    <a:pt x="398192" y="71600"/>
                  </a:lnTo>
                  <a:lnTo>
                    <a:pt x="451509" y="64011"/>
                  </a:lnTo>
                  <a:lnTo>
                    <a:pt x="504082" y="54856"/>
                  </a:lnTo>
                  <a:lnTo>
                    <a:pt x="554751" y="44005"/>
                  </a:lnTo>
                  <a:lnTo>
                    <a:pt x="602355" y="31328"/>
                  </a:lnTo>
                  <a:lnTo>
                    <a:pt x="645734" y="16694"/>
                  </a:lnTo>
                  <a:lnTo>
                    <a:pt x="647167" y="16694"/>
                  </a:lnTo>
                  <a:lnTo>
                    <a:pt x="647167" y="0"/>
                  </a:lnTo>
                  <a:close/>
                </a:path>
              </a:pathLst>
            </a:custGeom>
            <a:solidFill>
              <a:srgbClr val="1D24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7" name="object 6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095012" y="207664"/>
            <a:ext cx="140633" cy="161406"/>
          </a:xfrm>
          <a:prstGeom prst="rect">
            <a:avLst/>
          </a:prstGeom>
        </p:spPr>
      </p:pic>
      <p:grpSp>
        <p:nvGrpSpPr>
          <p:cNvPr id="68" name="object 68"/>
          <p:cNvGrpSpPr/>
          <p:nvPr/>
        </p:nvGrpSpPr>
        <p:grpSpPr>
          <a:xfrm>
            <a:off x="4285867" y="168706"/>
            <a:ext cx="324485" cy="208915"/>
            <a:chOff x="4285867" y="168706"/>
            <a:chExt cx="324485" cy="208915"/>
          </a:xfrm>
        </p:grpSpPr>
        <p:pic>
          <p:nvPicPr>
            <p:cNvPr id="69" name="object 6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285867" y="168706"/>
              <a:ext cx="146376" cy="205931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469557" y="217401"/>
              <a:ext cx="140633" cy="160017"/>
            </a:xfrm>
            <a:prstGeom prst="rect">
              <a:avLst/>
            </a:prstGeom>
          </p:spPr>
        </p:pic>
      </p:grpSp>
      <p:sp>
        <p:nvSpPr>
          <p:cNvPr id="71" name="object 71"/>
          <p:cNvSpPr/>
          <p:nvPr/>
        </p:nvSpPr>
        <p:spPr>
          <a:xfrm>
            <a:off x="4657546" y="172874"/>
            <a:ext cx="62230" cy="203200"/>
          </a:xfrm>
          <a:custGeom>
            <a:avLst/>
            <a:gdLst/>
            <a:ahLst/>
            <a:cxnLst/>
            <a:rect l="l" t="t" r="r" b="b"/>
            <a:pathLst>
              <a:path w="62229" h="203200">
                <a:moveTo>
                  <a:pt x="4310" y="0"/>
                </a:moveTo>
                <a:lnTo>
                  <a:pt x="2877" y="0"/>
                </a:lnTo>
                <a:lnTo>
                  <a:pt x="1432" y="1389"/>
                </a:lnTo>
                <a:lnTo>
                  <a:pt x="0" y="158627"/>
                </a:lnTo>
                <a:lnTo>
                  <a:pt x="2534" y="177912"/>
                </a:lnTo>
                <a:lnTo>
                  <a:pt x="10585" y="191849"/>
                </a:lnTo>
                <a:lnTo>
                  <a:pt x="24824" y="200306"/>
                </a:lnTo>
                <a:lnTo>
                  <a:pt x="45922" y="203155"/>
                </a:lnTo>
                <a:lnTo>
                  <a:pt x="60274" y="201763"/>
                </a:lnTo>
                <a:lnTo>
                  <a:pt x="61707" y="200371"/>
                </a:lnTo>
                <a:lnTo>
                  <a:pt x="61707" y="171150"/>
                </a:lnTo>
                <a:lnTo>
                  <a:pt x="60274" y="169759"/>
                </a:lnTo>
                <a:lnTo>
                  <a:pt x="41624" y="169759"/>
                </a:lnTo>
                <a:lnTo>
                  <a:pt x="37313" y="166977"/>
                </a:lnTo>
                <a:lnTo>
                  <a:pt x="38746" y="6958"/>
                </a:lnTo>
                <a:lnTo>
                  <a:pt x="37313" y="5568"/>
                </a:lnTo>
                <a:lnTo>
                  <a:pt x="35880" y="5568"/>
                </a:lnTo>
                <a:lnTo>
                  <a:pt x="4310" y="0"/>
                </a:lnTo>
                <a:close/>
              </a:path>
            </a:pathLst>
          </a:custGeom>
          <a:solidFill>
            <a:srgbClr val="1D24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2" name="object 72"/>
          <p:cNvGrpSpPr/>
          <p:nvPr/>
        </p:nvGrpSpPr>
        <p:grpSpPr>
          <a:xfrm>
            <a:off x="3539644" y="140873"/>
            <a:ext cx="506730" cy="228600"/>
            <a:chOff x="3539644" y="140873"/>
            <a:chExt cx="506730" cy="228600"/>
          </a:xfrm>
        </p:grpSpPr>
        <p:sp>
          <p:nvSpPr>
            <p:cNvPr id="73" name="object 73"/>
            <p:cNvSpPr/>
            <p:nvPr/>
          </p:nvSpPr>
          <p:spPr>
            <a:xfrm>
              <a:off x="3539644" y="140873"/>
              <a:ext cx="41910" cy="222885"/>
            </a:xfrm>
            <a:custGeom>
              <a:avLst/>
              <a:gdLst/>
              <a:ahLst/>
              <a:cxnLst/>
              <a:rect l="l" t="t" r="r" b="b"/>
              <a:pathLst>
                <a:path w="41910" h="222885">
                  <a:moveTo>
                    <a:pt x="2870" y="0"/>
                  </a:moveTo>
                  <a:lnTo>
                    <a:pt x="1435" y="0"/>
                  </a:lnTo>
                  <a:lnTo>
                    <a:pt x="0" y="1389"/>
                  </a:lnTo>
                  <a:lnTo>
                    <a:pt x="0" y="4167"/>
                  </a:lnTo>
                  <a:lnTo>
                    <a:pt x="0" y="221240"/>
                  </a:lnTo>
                  <a:lnTo>
                    <a:pt x="1435" y="222632"/>
                  </a:lnTo>
                  <a:lnTo>
                    <a:pt x="38746" y="222632"/>
                  </a:lnTo>
                  <a:lnTo>
                    <a:pt x="40182" y="221240"/>
                  </a:lnTo>
                  <a:lnTo>
                    <a:pt x="41615" y="8347"/>
                  </a:lnTo>
                  <a:lnTo>
                    <a:pt x="40181" y="6958"/>
                  </a:lnTo>
                  <a:lnTo>
                    <a:pt x="37311" y="6958"/>
                  </a:lnTo>
                  <a:lnTo>
                    <a:pt x="2870" y="0"/>
                  </a:lnTo>
                  <a:close/>
                </a:path>
              </a:pathLst>
            </a:custGeom>
            <a:solidFill>
              <a:srgbClr val="1D24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789338" y="167305"/>
              <a:ext cx="86101" cy="200375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907023" y="210443"/>
              <a:ext cx="139188" cy="158627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624312" y="210443"/>
              <a:ext cx="129157" cy="154453"/>
            </a:xfrm>
            <a:prstGeom prst="rect">
              <a:avLst/>
            </a:prstGeom>
          </p:spPr>
        </p:pic>
      </p:grpSp>
      <p:sp>
        <p:nvSpPr>
          <p:cNvPr id="79" name="object 7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6340" y="2704418"/>
            <a:ext cx="720000" cy="180000"/>
          </a:xfrm>
          <a:custGeom>
            <a:avLst/>
            <a:gdLst/>
            <a:ahLst/>
            <a:cxnLst/>
            <a:rect l="l" t="t" r="r" b="b"/>
            <a:pathLst>
              <a:path w="640079" h="167639">
                <a:moveTo>
                  <a:pt x="612140" y="0"/>
                </a:moveTo>
                <a:lnTo>
                  <a:pt x="27939" y="0"/>
                </a:lnTo>
                <a:lnTo>
                  <a:pt x="17037" y="2186"/>
                </a:lnTo>
                <a:lnTo>
                  <a:pt x="8159" y="8159"/>
                </a:lnTo>
                <a:lnTo>
                  <a:pt x="2186" y="17037"/>
                </a:lnTo>
                <a:lnTo>
                  <a:pt x="0" y="27940"/>
                </a:lnTo>
                <a:lnTo>
                  <a:pt x="0" y="139700"/>
                </a:lnTo>
                <a:lnTo>
                  <a:pt x="2186" y="150602"/>
                </a:lnTo>
                <a:lnTo>
                  <a:pt x="8159" y="159480"/>
                </a:lnTo>
                <a:lnTo>
                  <a:pt x="17037" y="165453"/>
                </a:lnTo>
                <a:lnTo>
                  <a:pt x="27939" y="167640"/>
                </a:lnTo>
                <a:lnTo>
                  <a:pt x="612140" y="167640"/>
                </a:lnTo>
                <a:lnTo>
                  <a:pt x="623042" y="165453"/>
                </a:lnTo>
                <a:lnTo>
                  <a:pt x="631920" y="159480"/>
                </a:lnTo>
                <a:lnTo>
                  <a:pt x="637893" y="150602"/>
                </a:lnTo>
                <a:lnTo>
                  <a:pt x="640080" y="139700"/>
                </a:lnTo>
                <a:lnTo>
                  <a:pt x="640080" y="27940"/>
                </a:lnTo>
                <a:lnTo>
                  <a:pt x="637893" y="17037"/>
                </a:lnTo>
                <a:lnTo>
                  <a:pt x="631920" y="8159"/>
                </a:lnTo>
                <a:lnTo>
                  <a:pt x="623042" y="2186"/>
                </a:lnTo>
                <a:lnTo>
                  <a:pt x="6121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 anchor="ctr"/>
          <a:lstStyle/>
          <a:p>
            <a:pPr algn="ctr"/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7" name="object 87"/>
          <p:cNvSpPr txBox="1">
            <a:spLocks/>
          </p:cNvSpPr>
          <p:nvPr/>
        </p:nvSpPr>
        <p:spPr>
          <a:xfrm>
            <a:off x="1217069" y="6448386"/>
            <a:ext cx="2976920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i="1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Yolcu</a:t>
            </a:r>
            <a:r>
              <a:rPr sz="800" b="1" i="1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b="1" i="1" dirty="0" err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sayıları</a:t>
            </a:r>
            <a:r>
              <a:rPr sz="800" b="1" i="1" spc="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r-TR" sz="800" b="1" i="1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TARİH </a:t>
            </a:r>
            <a:r>
              <a:rPr sz="800" b="1" i="1" dirty="0" err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tarihine</a:t>
            </a:r>
            <a:r>
              <a:rPr sz="800" b="1" i="1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ait</a:t>
            </a:r>
            <a:r>
              <a:rPr sz="800" b="1" i="1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b="1" i="1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24</a:t>
            </a:r>
            <a:r>
              <a:rPr sz="800" b="1" i="1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800" b="1" i="1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saatlik </a:t>
            </a:r>
            <a:r>
              <a:rPr sz="800" b="1" i="1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verilerdir</a:t>
            </a:r>
            <a:r>
              <a:rPr sz="800" b="1" i="1" spc="-1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sz="800" b="1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9" name="object 8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" y="16138175"/>
            <a:ext cx="172783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888888"/>
                </a:solidFill>
                <a:latin typeface="Tahoma"/>
                <a:cs typeface="Tahoma"/>
              </a:rPr>
              <a:t>IGA.TOD.TOC01.F05</a:t>
            </a:r>
            <a:r>
              <a:rPr sz="1100" spc="-70" dirty="0">
                <a:solidFill>
                  <a:srgbClr val="88888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888888"/>
                </a:solidFill>
                <a:latin typeface="Tahoma"/>
                <a:cs typeface="Tahoma"/>
              </a:rPr>
              <a:t>Rev0</a:t>
            </a:r>
            <a:r>
              <a:rPr lang="tr-TR" sz="1100" spc="-10" dirty="0">
                <a:solidFill>
                  <a:srgbClr val="888888"/>
                </a:solidFill>
                <a:latin typeface="Tahoma"/>
                <a:cs typeface="Tahoma"/>
              </a:rPr>
              <a:t>3	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90" name="object 9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76927" y="15884525"/>
            <a:ext cx="2317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888888"/>
                </a:solidFill>
                <a:latin typeface="Tahoma"/>
                <a:cs typeface="Tahoma"/>
              </a:rPr>
              <a:t>1/1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91" name="object 9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02319" y="16168827"/>
            <a:ext cx="1532383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888888"/>
                </a:solidFill>
                <a:latin typeface="Tahoma"/>
                <a:cs typeface="Tahoma"/>
              </a:rPr>
              <a:t>Rev</a:t>
            </a:r>
            <a:r>
              <a:rPr sz="1100" spc="-15" dirty="0">
                <a:solidFill>
                  <a:srgbClr val="888888"/>
                </a:solidFill>
                <a:latin typeface="Tahoma"/>
                <a:cs typeface="Tahoma"/>
              </a:rPr>
              <a:t> </a:t>
            </a:r>
            <a:r>
              <a:rPr sz="1100" spc="-10" dirty="0" err="1">
                <a:solidFill>
                  <a:srgbClr val="888888"/>
                </a:solidFill>
                <a:latin typeface="Tahoma"/>
                <a:cs typeface="Tahoma"/>
              </a:rPr>
              <a:t>Tarihi</a:t>
            </a:r>
            <a:r>
              <a:rPr sz="1100" spc="-10" dirty="0">
                <a:solidFill>
                  <a:srgbClr val="888888"/>
                </a:solidFill>
                <a:latin typeface="Tahoma"/>
                <a:cs typeface="Tahoma"/>
              </a:rPr>
              <a:t>:</a:t>
            </a:r>
            <a:r>
              <a:rPr lang="tr-TR" sz="1100" spc="-10">
                <a:solidFill>
                  <a:srgbClr val="888888"/>
                </a:solidFill>
                <a:latin typeface="Tahoma"/>
                <a:cs typeface="Tahoma"/>
              </a:rPr>
              <a:t>05.02.2026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94" name="object 9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1233" y="1442076"/>
            <a:ext cx="911225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T.C</a:t>
            </a:r>
            <a:r>
              <a:rPr sz="1000" b="1" spc="-25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50" b="1" spc="-10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Vatandaşı</a:t>
            </a:r>
            <a:endParaRPr sz="105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5" name="object 9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16970" y="1677827"/>
            <a:ext cx="539750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Yabancı</a:t>
            </a:r>
            <a:endParaRPr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6" name="object 96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35385" y="1907746"/>
            <a:ext cx="502920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Toplam</a:t>
            </a:r>
            <a:endParaRPr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7" name="object 9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6340" y="1675351"/>
            <a:ext cx="720000" cy="180000"/>
          </a:xfrm>
          <a:custGeom>
            <a:avLst/>
            <a:gdLst/>
            <a:ahLst/>
            <a:cxnLst/>
            <a:rect l="l" t="t" r="r" b="b"/>
            <a:pathLst>
              <a:path w="640080" h="163194">
                <a:moveTo>
                  <a:pt x="612902" y="0"/>
                </a:moveTo>
                <a:lnTo>
                  <a:pt x="27178" y="0"/>
                </a:lnTo>
                <a:lnTo>
                  <a:pt x="16598" y="2139"/>
                </a:lnTo>
                <a:lnTo>
                  <a:pt x="7959" y="7969"/>
                </a:lnTo>
                <a:lnTo>
                  <a:pt x="2135" y="16609"/>
                </a:lnTo>
                <a:lnTo>
                  <a:pt x="0" y="27178"/>
                </a:lnTo>
                <a:lnTo>
                  <a:pt x="0" y="135890"/>
                </a:lnTo>
                <a:lnTo>
                  <a:pt x="2135" y="146458"/>
                </a:lnTo>
                <a:lnTo>
                  <a:pt x="7959" y="155098"/>
                </a:lnTo>
                <a:lnTo>
                  <a:pt x="16598" y="160928"/>
                </a:lnTo>
                <a:lnTo>
                  <a:pt x="27178" y="163068"/>
                </a:lnTo>
                <a:lnTo>
                  <a:pt x="612902" y="163068"/>
                </a:lnTo>
                <a:lnTo>
                  <a:pt x="623470" y="160928"/>
                </a:lnTo>
                <a:lnTo>
                  <a:pt x="632110" y="155098"/>
                </a:lnTo>
                <a:lnTo>
                  <a:pt x="637940" y="146458"/>
                </a:lnTo>
                <a:lnTo>
                  <a:pt x="640080" y="135890"/>
                </a:lnTo>
                <a:lnTo>
                  <a:pt x="640080" y="27178"/>
                </a:lnTo>
                <a:lnTo>
                  <a:pt x="637940" y="16609"/>
                </a:lnTo>
                <a:lnTo>
                  <a:pt x="632110" y="7969"/>
                </a:lnTo>
                <a:lnTo>
                  <a:pt x="623470" y="2139"/>
                </a:lnTo>
                <a:lnTo>
                  <a:pt x="6129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 anchor="ctr"/>
          <a:lstStyle/>
          <a:p>
            <a:pPr algn="ctr"/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9" name="object 9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6340" y="1439600"/>
            <a:ext cx="720000" cy="180000"/>
          </a:xfrm>
          <a:custGeom>
            <a:avLst/>
            <a:gdLst/>
            <a:ahLst/>
            <a:cxnLst/>
            <a:rect l="l" t="t" r="r" b="b"/>
            <a:pathLst>
              <a:path w="643254" h="163194">
                <a:moveTo>
                  <a:pt x="615950" y="0"/>
                </a:moveTo>
                <a:lnTo>
                  <a:pt x="27177" y="0"/>
                </a:lnTo>
                <a:lnTo>
                  <a:pt x="16609" y="2139"/>
                </a:lnTo>
                <a:lnTo>
                  <a:pt x="7969" y="7969"/>
                </a:lnTo>
                <a:lnTo>
                  <a:pt x="2139" y="16609"/>
                </a:lnTo>
                <a:lnTo>
                  <a:pt x="0" y="27177"/>
                </a:lnTo>
                <a:lnTo>
                  <a:pt x="0" y="135890"/>
                </a:lnTo>
                <a:lnTo>
                  <a:pt x="2139" y="146458"/>
                </a:lnTo>
                <a:lnTo>
                  <a:pt x="7969" y="155098"/>
                </a:lnTo>
                <a:lnTo>
                  <a:pt x="16609" y="160928"/>
                </a:lnTo>
                <a:lnTo>
                  <a:pt x="27177" y="163067"/>
                </a:lnTo>
                <a:lnTo>
                  <a:pt x="615950" y="163067"/>
                </a:lnTo>
                <a:lnTo>
                  <a:pt x="626518" y="160928"/>
                </a:lnTo>
                <a:lnTo>
                  <a:pt x="635158" y="155098"/>
                </a:lnTo>
                <a:lnTo>
                  <a:pt x="640988" y="146458"/>
                </a:lnTo>
                <a:lnTo>
                  <a:pt x="643127" y="135890"/>
                </a:lnTo>
                <a:lnTo>
                  <a:pt x="643127" y="27177"/>
                </a:lnTo>
                <a:lnTo>
                  <a:pt x="640988" y="16609"/>
                </a:lnTo>
                <a:lnTo>
                  <a:pt x="635158" y="7969"/>
                </a:lnTo>
                <a:lnTo>
                  <a:pt x="626518" y="2139"/>
                </a:lnTo>
                <a:lnTo>
                  <a:pt x="615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 anchor="ctr"/>
          <a:lstStyle/>
          <a:p>
            <a:pPr algn="ctr"/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1" name="object 10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83731" y="1210938"/>
            <a:ext cx="1043699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tr-TR" sz="1100" b="1" u="sng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GELEN YOLCU</a:t>
            </a:r>
            <a:endParaRPr sz="1100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6" name="object 10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6340" y="4065436"/>
            <a:ext cx="720000" cy="180000"/>
          </a:xfrm>
          <a:custGeom>
            <a:avLst/>
            <a:gdLst/>
            <a:ahLst/>
            <a:cxnLst/>
            <a:rect l="l" t="t" r="r" b="b"/>
            <a:pathLst>
              <a:path w="713739" h="184785">
                <a:moveTo>
                  <a:pt x="682497" y="0"/>
                </a:moveTo>
                <a:lnTo>
                  <a:pt x="30734" y="0"/>
                </a:lnTo>
                <a:lnTo>
                  <a:pt x="18752" y="2409"/>
                </a:lnTo>
                <a:lnTo>
                  <a:pt x="8985" y="8985"/>
                </a:lnTo>
                <a:lnTo>
                  <a:pt x="2409" y="18752"/>
                </a:lnTo>
                <a:lnTo>
                  <a:pt x="0" y="30733"/>
                </a:lnTo>
                <a:lnTo>
                  <a:pt x="0" y="153670"/>
                </a:lnTo>
                <a:lnTo>
                  <a:pt x="2409" y="165651"/>
                </a:lnTo>
                <a:lnTo>
                  <a:pt x="8985" y="175418"/>
                </a:lnTo>
                <a:lnTo>
                  <a:pt x="18752" y="181994"/>
                </a:lnTo>
                <a:lnTo>
                  <a:pt x="30734" y="184403"/>
                </a:lnTo>
                <a:lnTo>
                  <a:pt x="682497" y="184403"/>
                </a:lnTo>
                <a:lnTo>
                  <a:pt x="694479" y="181994"/>
                </a:lnTo>
                <a:lnTo>
                  <a:pt x="704246" y="175418"/>
                </a:lnTo>
                <a:lnTo>
                  <a:pt x="710822" y="165651"/>
                </a:lnTo>
                <a:lnTo>
                  <a:pt x="713232" y="153670"/>
                </a:lnTo>
                <a:lnTo>
                  <a:pt x="713232" y="30733"/>
                </a:lnTo>
                <a:lnTo>
                  <a:pt x="710822" y="18752"/>
                </a:lnTo>
                <a:lnTo>
                  <a:pt x="704246" y="8985"/>
                </a:lnTo>
                <a:lnTo>
                  <a:pt x="694479" y="2409"/>
                </a:lnTo>
                <a:lnTo>
                  <a:pt x="6824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 anchor="ctr"/>
          <a:lstStyle/>
          <a:p>
            <a:pPr algn="ctr"/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20" name="object 120"/>
          <p:cNvGrpSpPr>
            <a:grpSpLocks noGrp="1" noUngrp="1" noRot="1" noMove="1" noResize="1"/>
          </p:cNvGrpSpPr>
          <p:nvPr/>
        </p:nvGrpSpPr>
        <p:grpSpPr>
          <a:xfrm>
            <a:off x="116611" y="6705600"/>
            <a:ext cx="360000" cy="360000"/>
            <a:chOff x="155588" y="7092815"/>
            <a:chExt cx="361950" cy="365125"/>
          </a:xfrm>
        </p:grpSpPr>
        <p:sp>
          <p:nvSpPr>
            <p:cNvPr id="121" name="object 12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7138" y="7233382"/>
              <a:ext cx="320040" cy="120014"/>
            </a:xfrm>
            <a:custGeom>
              <a:avLst/>
              <a:gdLst/>
              <a:ahLst/>
              <a:cxnLst/>
              <a:rect l="l" t="t" r="r" b="b"/>
              <a:pathLst>
                <a:path w="320040" h="120015">
                  <a:moveTo>
                    <a:pt x="226646" y="0"/>
                  </a:moveTo>
                  <a:lnTo>
                    <a:pt x="1411" y="45110"/>
                  </a:lnTo>
                  <a:lnTo>
                    <a:pt x="0" y="46555"/>
                  </a:lnTo>
                  <a:lnTo>
                    <a:pt x="510" y="50806"/>
                  </a:lnTo>
                  <a:lnTo>
                    <a:pt x="119" y="56076"/>
                  </a:lnTo>
                  <a:lnTo>
                    <a:pt x="1088" y="57352"/>
                  </a:lnTo>
                  <a:lnTo>
                    <a:pt x="226858" y="102640"/>
                  </a:lnTo>
                  <a:lnTo>
                    <a:pt x="227398" y="101197"/>
                  </a:lnTo>
                  <a:lnTo>
                    <a:pt x="227398" y="64464"/>
                  </a:lnTo>
                  <a:lnTo>
                    <a:pt x="227809" y="62764"/>
                  </a:lnTo>
                  <a:lnTo>
                    <a:pt x="292127" y="63076"/>
                  </a:lnTo>
                  <a:lnTo>
                    <a:pt x="299292" y="69990"/>
                  </a:lnTo>
                  <a:lnTo>
                    <a:pt x="302399" y="87071"/>
                  </a:lnTo>
                  <a:lnTo>
                    <a:pt x="297830" y="95320"/>
                  </a:lnTo>
                  <a:lnTo>
                    <a:pt x="289956" y="98580"/>
                  </a:lnTo>
                  <a:lnTo>
                    <a:pt x="286352" y="99733"/>
                  </a:lnTo>
                  <a:lnTo>
                    <a:pt x="282592" y="100305"/>
                  </a:lnTo>
                  <a:lnTo>
                    <a:pt x="275852" y="100449"/>
                  </a:lnTo>
                  <a:lnTo>
                    <a:pt x="274291" y="101214"/>
                  </a:lnTo>
                  <a:lnTo>
                    <a:pt x="274603" y="108264"/>
                  </a:lnTo>
                  <a:lnTo>
                    <a:pt x="274376" y="118543"/>
                  </a:lnTo>
                  <a:lnTo>
                    <a:pt x="275370" y="120003"/>
                  </a:lnTo>
                  <a:lnTo>
                    <a:pt x="283017" y="119138"/>
                  </a:lnTo>
                  <a:lnTo>
                    <a:pt x="288111" y="119172"/>
                  </a:lnTo>
                  <a:lnTo>
                    <a:pt x="292751" y="117762"/>
                  </a:lnTo>
                  <a:lnTo>
                    <a:pt x="305582" y="111197"/>
                  </a:lnTo>
                  <a:lnTo>
                    <a:pt x="314703" y="100912"/>
                  </a:lnTo>
                  <a:lnTo>
                    <a:pt x="319633" y="87792"/>
                  </a:lnTo>
                  <a:lnTo>
                    <a:pt x="319894" y="72725"/>
                  </a:lnTo>
                  <a:lnTo>
                    <a:pt x="315498" y="60395"/>
                  </a:lnTo>
                  <a:lnTo>
                    <a:pt x="306815" y="50284"/>
                  </a:lnTo>
                  <a:lnTo>
                    <a:pt x="295053" y="43406"/>
                  </a:lnTo>
                  <a:lnTo>
                    <a:pt x="281414" y="40775"/>
                  </a:lnTo>
                  <a:lnTo>
                    <a:pt x="258499" y="40775"/>
                  </a:lnTo>
                  <a:lnTo>
                    <a:pt x="228448" y="40917"/>
                  </a:lnTo>
                  <a:lnTo>
                    <a:pt x="227298" y="39670"/>
                  </a:lnTo>
                  <a:lnTo>
                    <a:pt x="227454" y="1246"/>
                  </a:lnTo>
                  <a:lnTo>
                    <a:pt x="226646" y="0"/>
                  </a:lnTo>
                  <a:close/>
                </a:path>
              </a:pathLst>
            </a:custGeom>
            <a:solidFill>
              <a:srgbClr val="1E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2" name="object 122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58680" y="7332904"/>
              <a:ext cx="143409" cy="124936"/>
            </a:xfrm>
            <a:prstGeom prst="rect">
              <a:avLst/>
            </a:prstGeom>
          </p:spPr>
        </p:pic>
        <p:pic>
          <p:nvPicPr>
            <p:cNvPr id="123" name="object 123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79743" y="7092815"/>
              <a:ext cx="102699" cy="144732"/>
            </a:xfrm>
            <a:prstGeom prst="rect">
              <a:avLst/>
            </a:prstGeom>
          </p:spPr>
        </p:pic>
        <p:sp>
          <p:nvSpPr>
            <p:cNvPr id="124" name="object 12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5588" y="7279612"/>
              <a:ext cx="34925" cy="10160"/>
            </a:xfrm>
            <a:custGeom>
              <a:avLst/>
              <a:gdLst/>
              <a:ahLst/>
              <a:cxnLst/>
              <a:rect l="l" t="t" r="r" b="b"/>
              <a:pathLst>
                <a:path w="34925" h="10159">
                  <a:moveTo>
                    <a:pt x="34675" y="0"/>
                  </a:moveTo>
                  <a:lnTo>
                    <a:pt x="0" y="0"/>
                  </a:lnTo>
                  <a:lnTo>
                    <a:pt x="1514" y="3159"/>
                  </a:lnTo>
                  <a:lnTo>
                    <a:pt x="935" y="8458"/>
                  </a:lnTo>
                  <a:lnTo>
                    <a:pt x="1599" y="10158"/>
                  </a:lnTo>
                  <a:lnTo>
                    <a:pt x="8898" y="9875"/>
                  </a:lnTo>
                  <a:lnTo>
                    <a:pt x="13016" y="10016"/>
                  </a:lnTo>
                  <a:lnTo>
                    <a:pt x="17099" y="10016"/>
                  </a:lnTo>
                  <a:lnTo>
                    <a:pt x="21489" y="10016"/>
                  </a:lnTo>
                  <a:lnTo>
                    <a:pt x="25862" y="9846"/>
                  </a:lnTo>
                  <a:lnTo>
                    <a:pt x="33808" y="10158"/>
                  </a:lnTo>
                  <a:lnTo>
                    <a:pt x="33314" y="3287"/>
                  </a:lnTo>
                  <a:lnTo>
                    <a:pt x="34675" y="0"/>
                  </a:lnTo>
                  <a:close/>
                </a:path>
              </a:pathLst>
            </a:custGeom>
            <a:solidFill>
              <a:srgbClr val="1E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1" name="object 13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33826" y="6947485"/>
            <a:ext cx="236220" cy="72644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90"/>
              </a:spcBef>
            </a:pPr>
            <a:endParaRPr sz="10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90"/>
              </a:spcBef>
            </a:pPr>
            <a:endParaRPr sz="1000" dirty="0">
              <a:latin typeface="Arial"/>
              <a:cs typeface="Arial"/>
            </a:endParaRPr>
          </a:p>
          <a:p>
            <a:pPr marL="13335" algn="ctr">
              <a:lnSpc>
                <a:spcPct val="100000"/>
              </a:lnSpc>
              <a:spcBef>
                <a:spcPts val="540"/>
              </a:spcBef>
            </a:pPr>
            <a:endParaRPr sz="1000" dirty="0">
              <a:latin typeface="Arial"/>
              <a:cs typeface="Arial"/>
            </a:endParaRPr>
          </a:p>
        </p:txBody>
      </p:sp>
      <p:sp>
        <p:nvSpPr>
          <p:cNvPr id="135" name="object 13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78144" y="2704418"/>
            <a:ext cx="720000" cy="180000"/>
          </a:xfrm>
          <a:custGeom>
            <a:avLst/>
            <a:gdLst/>
            <a:ahLst/>
            <a:cxnLst/>
            <a:rect l="l" t="t" r="r" b="b"/>
            <a:pathLst>
              <a:path w="640079" h="165100">
                <a:moveTo>
                  <a:pt x="612648" y="0"/>
                </a:moveTo>
                <a:lnTo>
                  <a:pt x="27431" y="0"/>
                </a:lnTo>
                <a:lnTo>
                  <a:pt x="16769" y="2160"/>
                </a:lnTo>
                <a:lnTo>
                  <a:pt x="8048" y="8048"/>
                </a:lnTo>
                <a:lnTo>
                  <a:pt x="2160" y="16769"/>
                </a:lnTo>
                <a:lnTo>
                  <a:pt x="0" y="27431"/>
                </a:lnTo>
                <a:lnTo>
                  <a:pt x="0" y="137159"/>
                </a:lnTo>
                <a:lnTo>
                  <a:pt x="2160" y="147822"/>
                </a:lnTo>
                <a:lnTo>
                  <a:pt x="8048" y="156543"/>
                </a:lnTo>
                <a:lnTo>
                  <a:pt x="16769" y="162431"/>
                </a:lnTo>
                <a:lnTo>
                  <a:pt x="27431" y="164592"/>
                </a:lnTo>
                <a:lnTo>
                  <a:pt x="612648" y="164592"/>
                </a:lnTo>
                <a:lnTo>
                  <a:pt x="623310" y="162431"/>
                </a:lnTo>
                <a:lnTo>
                  <a:pt x="632031" y="156543"/>
                </a:lnTo>
                <a:lnTo>
                  <a:pt x="637919" y="147822"/>
                </a:lnTo>
                <a:lnTo>
                  <a:pt x="640080" y="137159"/>
                </a:lnTo>
                <a:lnTo>
                  <a:pt x="640080" y="27431"/>
                </a:lnTo>
                <a:lnTo>
                  <a:pt x="637919" y="16769"/>
                </a:lnTo>
                <a:lnTo>
                  <a:pt x="632031" y="8048"/>
                </a:lnTo>
                <a:lnTo>
                  <a:pt x="623310" y="2160"/>
                </a:lnTo>
                <a:lnTo>
                  <a:pt x="6126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 anchor="ctr"/>
          <a:lstStyle/>
          <a:p>
            <a:pPr algn="ctr"/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7" name="object 13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6340" y="1905270"/>
            <a:ext cx="720000" cy="180000"/>
          </a:xfrm>
          <a:custGeom>
            <a:avLst/>
            <a:gdLst/>
            <a:ahLst/>
            <a:cxnLst/>
            <a:rect l="l" t="t" r="r" b="b"/>
            <a:pathLst>
              <a:path w="640080" h="161925">
                <a:moveTo>
                  <a:pt x="613156" y="0"/>
                </a:moveTo>
                <a:lnTo>
                  <a:pt x="26924" y="0"/>
                </a:lnTo>
                <a:lnTo>
                  <a:pt x="16448" y="2117"/>
                </a:lnTo>
                <a:lnTo>
                  <a:pt x="7889" y="7889"/>
                </a:lnTo>
                <a:lnTo>
                  <a:pt x="2117" y="16448"/>
                </a:lnTo>
                <a:lnTo>
                  <a:pt x="0" y="26924"/>
                </a:lnTo>
                <a:lnTo>
                  <a:pt x="0" y="134620"/>
                </a:lnTo>
                <a:lnTo>
                  <a:pt x="2117" y="145095"/>
                </a:lnTo>
                <a:lnTo>
                  <a:pt x="7889" y="153654"/>
                </a:lnTo>
                <a:lnTo>
                  <a:pt x="16448" y="159426"/>
                </a:lnTo>
                <a:lnTo>
                  <a:pt x="26924" y="161544"/>
                </a:lnTo>
                <a:lnTo>
                  <a:pt x="613156" y="161544"/>
                </a:lnTo>
                <a:lnTo>
                  <a:pt x="623631" y="159426"/>
                </a:lnTo>
                <a:lnTo>
                  <a:pt x="632190" y="153654"/>
                </a:lnTo>
                <a:lnTo>
                  <a:pt x="637962" y="145095"/>
                </a:lnTo>
                <a:lnTo>
                  <a:pt x="640080" y="134620"/>
                </a:lnTo>
                <a:lnTo>
                  <a:pt x="640080" y="26924"/>
                </a:lnTo>
                <a:lnTo>
                  <a:pt x="637962" y="16448"/>
                </a:lnTo>
                <a:lnTo>
                  <a:pt x="632190" y="7889"/>
                </a:lnTo>
                <a:lnTo>
                  <a:pt x="623631" y="2117"/>
                </a:lnTo>
                <a:lnTo>
                  <a:pt x="6131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 anchor="ctr"/>
          <a:lstStyle/>
          <a:p>
            <a:pPr algn="ctr"/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object 95">
            <a:extLst>
              <a:ext uri="{FF2B5EF4-FFF2-40B4-BE49-F238E27FC236}">
                <a16:creationId xmlns:a16="http://schemas.microsoft.com/office/drawing/2014/main" id="{A5AAB90D-4DD1-6552-A352-AAA68FBA73F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220497" y="1677827"/>
            <a:ext cx="539750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Yabancı</a:t>
            </a:r>
            <a:endParaRPr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object 96">
            <a:extLst>
              <a:ext uri="{FF2B5EF4-FFF2-40B4-BE49-F238E27FC236}">
                <a16:creationId xmlns:a16="http://schemas.microsoft.com/office/drawing/2014/main" id="{EAC03E02-7613-8C7F-87F8-00E4FFBA379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238912" y="1907746"/>
            <a:ext cx="502920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Toplam</a:t>
            </a:r>
            <a:endParaRPr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5" name="object 97">
            <a:extLst>
              <a:ext uri="{FF2B5EF4-FFF2-40B4-BE49-F238E27FC236}">
                <a16:creationId xmlns:a16="http://schemas.microsoft.com/office/drawing/2014/main" id="{D8DD16C8-8C76-BC31-7D2C-182211B9E3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78144" y="1675351"/>
            <a:ext cx="720000" cy="180000"/>
          </a:xfrm>
          <a:custGeom>
            <a:avLst/>
            <a:gdLst/>
            <a:ahLst/>
            <a:cxnLst/>
            <a:rect l="l" t="t" r="r" b="b"/>
            <a:pathLst>
              <a:path w="640080" h="163194">
                <a:moveTo>
                  <a:pt x="612902" y="0"/>
                </a:moveTo>
                <a:lnTo>
                  <a:pt x="27178" y="0"/>
                </a:lnTo>
                <a:lnTo>
                  <a:pt x="16598" y="2139"/>
                </a:lnTo>
                <a:lnTo>
                  <a:pt x="7959" y="7969"/>
                </a:lnTo>
                <a:lnTo>
                  <a:pt x="2135" y="16609"/>
                </a:lnTo>
                <a:lnTo>
                  <a:pt x="0" y="27178"/>
                </a:lnTo>
                <a:lnTo>
                  <a:pt x="0" y="135890"/>
                </a:lnTo>
                <a:lnTo>
                  <a:pt x="2135" y="146458"/>
                </a:lnTo>
                <a:lnTo>
                  <a:pt x="7959" y="155098"/>
                </a:lnTo>
                <a:lnTo>
                  <a:pt x="16598" y="160928"/>
                </a:lnTo>
                <a:lnTo>
                  <a:pt x="27178" y="163068"/>
                </a:lnTo>
                <a:lnTo>
                  <a:pt x="612902" y="163068"/>
                </a:lnTo>
                <a:lnTo>
                  <a:pt x="623470" y="160928"/>
                </a:lnTo>
                <a:lnTo>
                  <a:pt x="632110" y="155098"/>
                </a:lnTo>
                <a:lnTo>
                  <a:pt x="637940" y="146458"/>
                </a:lnTo>
                <a:lnTo>
                  <a:pt x="640080" y="135890"/>
                </a:lnTo>
                <a:lnTo>
                  <a:pt x="640080" y="27178"/>
                </a:lnTo>
                <a:lnTo>
                  <a:pt x="637940" y="16609"/>
                </a:lnTo>
                <a:lnTo>
                  <a:pt x="632110" y="7969"/>
                </a:lnTo>
                <a:lnTo>
                  <a:pt x="623470" y="2139"/>
                </a:lnTo>
                <a:lnTo>
                  <a:pt x="6129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 anchor="ctr"/>
          <a:lstStyle/>
          <a:p>
            <a:pPr algn="ctr"/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3" name="object 99">
            <a:extLst>
              <a:ext uri="{FF2B5EF4-FFF2-40B4-BE49-F238E27FC236}">
                <a16:creationId xmlns:a16="http://schemas.microsoft.com/office/drawing/2014/main" id="{81C3271B-5E46-6433-562F-51C5390920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78144" y="1439600"/>
            <a:ext cx="720000" cy="180000"/>
          </a:xfrm>
          <a:custGeom>
            <a:avLst/>
            <a:gdLst/>
            <a:ahLst/>
            <a:cxnLst/>
            <a:rect l="l" t="t" r="r" b="b"/>
            <a:pathLst>
              <a:path w="643254" h="163194">
                <a:moveTo>
                  <a:pt x="615950" y="0"/>
                </a:moveTo>
                <a:lnTo>
                  <a:pt x="27177" y="0"/>
                </a:lnTo>
                <a:lnTo>
                  <a:pt x="16609" y="2139"/>
                </a:lnTo>
                <a:lnTo>
                  <a:pt x="7969" y="7969"/>
                </a:lnTo>
                <a:lnTo>
                  <a:pt x="2139" y="16609"/>
                </a:lnTo>
                <a:lnTo>
                  <a:pt x="0" y="27177"/>
                </a:lnTo>
                <a:lnTo>
                  <a:pt x="0" y="135890"/>
                </a:lnTo>
                <a:lnTo>
                  <a:pt x="2139" y="146458"/>
                </a:lnTo>
                <a:lnTo>
                  <a:pt x="7969" y="155098"/>
                </a:lnTo>
                <a:lnTo>
                  <a:pt x="16609" y="160928"/>
                </a:lnTo>
                <a:lnTo>
                  <a:pt x="27177" y="163067"/>
                </a:lnTo>
                <a:lnTo>
                  <a:pt x="615950" y="163067"/>
                </a:lnTo>
                <a:lnTo>
                  <a:pt x="626518" y="160928"/>
                </a:lnTo>
                <a:lnTo>
                  <a:pt x="635158" y="155098"/>
                </a:lnTo>
                <a:lnTo>
                  <a:pt x="640988" y="146458"/>
                </a:lnTo>
                <a:lnTo>
                  <a:pt x="643127" y="135890"/>
                </a:lnTo>
                <a:lnTo>
                  <a:pt x="643127" y="27177"/>
                </a:lnTo>
                <a:lnTo>
                  <a:pt x="640988" y="16609"/>
                </a:lnTo>
                <a:lnTo>
                  <a:pt x="635158" y="7969"/>
                </a:lnTo>
                <a:lnTo>
                  <a:pt x="626518" y="2139"/>
                </a:lnTo>
                <a:lnTo>
                  <a:pt x="615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 anchor="ctr"/>
          <a:lstStyle/>
          <a:p>
            <a:pPr algn="ctr"/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8" name="object 137">
            <a:extLst>
              <a:ext uri="{FF2B5EF4-FFF2-40B4-BE49-F238E27FC236}">
                <a16:creationId xmlns:a16="http://schemas.microsoft.com/office/drawing/2014/main" id="{6464394C-AE3B-9E73-C076-03836F027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78144" y="1905270"/>
            <a:ext cx="720000" cy="180000"/>
          </a:xfrm>
          <a:custGeom>
            <a:avLst/>
            <a:gdLst/>
            <a:ahLst/>
            <a:cxnLst/>
            <a:rect l="l" t="t" r="r" b="b"/>
            <a:pathLst>
              <a:path w="640080" h="161925">
                <a:moveTo>
                  <a:pt x="613156" y="0"/>
                </a:moveTo>
                <a:lnTo>
                  <a:pt x="26924" y="0"/>
                </a:lnTo>
                <a:lnTo>
                  <a:pt x="16448" y="2117"/>
                </a:lnTo>
                <a:lnTo>
                  <a:pt x="7889" y="7889"/>
                </a:lnTo>
                <a:lnTo>
                  <a:pt x="2117" y="16448"/>
                </a:lnTo>
                <a:lnTo>
                  <a:pt x="0" y="26924"/>
                </a:lnTo>
                <a:lnTo>
                  <a:pt x="0" y="134620"/>
                </a:lnTo>
                <a:lnTo>
                  <a:pt x="2117" y="145095"/>
                </a:lnTo>
                <a:lnTo>
                  <a:pt x="7889" y="153654"/>
                </a:lnTo>
                <a:lnTo>
                  <a:pt x="16448" y="159426"/>
                </a:lnTo>
                <a:lnTo>
                  <a:pt x="26924" y="161544"/>
                </a:lnTo>
                <a:lnTo>
                  <a:pt x="613156" y="161544"/>
                </a:lnTo>
                <a:lnTo>
                  <a:pt x="623631" y="159426"/>
                </a:lnTo>
                <a:lnTo>
                  <a:pt x="632190" y="153654"/>
                </a:lnTo>
                <a:lnTo>
                  <a:pt x="637962" y="145095"/>
                </a:lnTo>
                <a:lnTo>
                  <a:pt x="640080" y="134620"/>
                </a:lnTo>
                <a:lnTo>
                  <a:pt x="640080" y="26924"/>
                </a:lnTo>
                <a:lnTo>
                  <a:pt x="637962" y="16448"/>
                </a:lnTo>
                <a:lnTo>
                  <a:pt x="632190" y="7889"/>
                </a:lnTo>
                <a:lnTo>
                  <a:pt x="623631" y="2117"/>
                </a:lnTo>
                <a:lnTo>
                  <a:pt x="6131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 anchor="ctr"/>
          <a:lstStyle/>
          <a:p>
            <a:pPr algn="ctr"/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0" name="object 94">
            <a:extLst>
              <a:ext uri="{FF2B5EF4-FFF2-40B4-BE49-F238E27FC236}">
                <a16:creationId xmlns:a16="http://schemas.microsoft.com/office/drawing/2014/main" id="{7450DEA8-4CEC-A070-D852-C7DC5DFCE6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34760" y="1442076"/>
            <a:ext cx="911225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T.C</a:t>
            </a:r>
            <a:r>
              <a:rPr sz="1050" b="1" spc="-25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50" b="1" spc="-10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Vatandaşı</a:t>
            </a:r>
            <a:endParaRPr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2" name="object 101">
            <a:extLst>
              <a:ext uri="{FF2B5EF4-FFF2-40B4-BE49-F238E27FC236}">
                <a16:creationId xmlns:a16="http://schemas.microsoft.com/office/drawing/2014/main" id="{F9D8F59C-8E2A-6023-9CA5-C9A74197902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048710" y="1519341"/>
            <a:ext cx="1132942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tr-TR" sz="1100" b="1" u="sng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TOPLAM YOLCU</a:t>
            </a:r>
            <a:endParaRPr sz="1100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5" name="object 99">
            <a:extLst>
              <a:ext uri="{FF2B5EF4-FFF2-40B4-BE49-F238E27FC236}">
                <a16:creationId xmlns:a16="http://schemas.microsoft.com/office/drawing/2014/main" id="{9B623648-EA61-CE5D-E392-49A1EDF9E4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93989" y="1799830"/>
            <a:ext cx="900000" cy="230005"/>
          </a:xfrm>
          <a:custGeom>
            <a:avLst/>
            <a:gdLst/>
            <a:ahLst/>
            <a:cxnLst/>
            <a:rect l="l" t="t" r="r" b="b"/>
            <a:pathLst>
              <a:path w="643254" h="163194">
                <a:moveTo>
                  <a:pt x="615950" y="0"/>
                </a:moveTo>
                <a:lnTo>
                  <a:pt x="27177" y="0"/>
                </a:lnTo>
                <a:lnTo>
                  <a:pt x="16609" y="2139"/>
                </a:lnTo>
                <a:lnTo>
                  <a:pt x="7969" y="7969"/>
                </a:lnTo>
                <a:lnTo>
                  <a:pt x="2139" y="16609"/>
                </a:lnTo>
                <a:lnTo>
                  <a:pt x="0" y="27177"/>
                </a:lnTo>
                <a:lnTo>
                  <a:pt x="0" y="135890"/>
                </a:lnTo>
                <a:lnTo>
                  <a:pt x="2139" y="146458"/>
                </a:lnTo>
                <a:lnTo>
                  <a:pt x="7969" y="155098"/>
                </a:lnTo>
                <a:lnTo>
                  <a:pt x="16609" y="160928"/>
                </a:lnTo>
                <a:lnTo>
                  <a:pt x="27177" y="163067"/>
                </a:lnTo>
                <a:lnTo>
                  <a:pt x="615950" y="163067"/>
                </a:lnTo>
                <a:lnTo>
                  <a:pt x="626518" y="160928"/>
                </a:lnTo>
                <a:lnTo>
                  <a:pt x="635158" y="155098"/>
                </a:lnTo>
                <a:lnTo>
                  <a:pt x="640988" y="146458"/>
                </a:lnTo>
                <a:lnTo>
                  <a:pt x="643127" y="135890"/>
                </a:lnTo>
                <a:lnTo>
                  <a:pt x="643127" y="27177"/>
                </a:lnTo>
                <a:lnTo>
                  <a:pt x="640988" y="16609"/>
                </a:lnTo>
                <a:lnTo>
                  <a:pt x="635158" y="7969"/>
                </a:lnTo>
                <a:lnTo>
                  <a:pt x="626518" y="2139"/>
                </a:lnTo>
                <a:lnTo>
                  <a:pt x="615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 anchor="ctr"/>
          <a:lstStyle/>
          <a:p>
            <a:pPr algn="ctr"/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1" name="object 17">
            <a:extLst>
              <a:ext uri="{FF2B5EF4-FFF2-40B4-BE49-F238E27FC236}">
                <a16:creationId xmlns:a16="http://schemas.microsoft.com/office/drawing/2014/main" id="{9C12DF30-1C03-BB3B-AB44-6AB0CF50116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6511" y="2706894"/>
            <a:ext cx="980668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tr-TR" sz="1050" b="1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GİDEN YOLCU</a:t>
            </a:r>
            <a:endParaRPr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3" name="object 101">
            <a:extLst>
              <a:ext uri="{FF2B5EF4-FFF2-40B4-BE49-F238E27FC236}">
                <a16:creationId xmlns:a16="http://schemas.microsoft.com/office/drawing/2014/main" id="{D7B2D8F4-3B98-D35A-B0C4-0A10062B940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00038" y="2706894"/>
            <a:ext cx="980668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tr-TR" sz="1050" b="1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GELEN YOLCU</a:t>
            </a:r>
            <a:endParaRPr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4" name="object 101">
            <a:extLst>
              <a:ext uri="{FF2B5EF4-FFF2-40B4-BE49-F238E27FC236}">
                <a16:creationId xmlns:a16="http://schemas.microsoft.com/office/drawing/2014/main" id="{7C319BE6-F11F-18E2-0AD2-8F2FDFBDB8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048552" y="2590329"/>
            <a:ext cx="1132941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tr-TR" sz="1100" b="1" u="sng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TOPLAM YOLCU</a:t>
            </a:r>
            <a:endParaRPr sz="1100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5" name="object 99">
            <a:extLst>
              <a:ext uri="{FF2B5EF4-FFF2-40B4-BE49-F238E27FC236}">
                <a16:creationId xmlns:a16="http://schemas.microsoft.com/office/drawing/2014/main" id="{2E7BE780-681F-61CB-2075-CBDDF7E77B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88858" y="2877756"/>
            <a:ext cx="900000" cy="231467"/>
          </a:xfrm>
          <a:custGeom>
            <a:avLst/>
            <a:gdLst/>
            <a:ahLst/>
            <a:cxnLst/>
            <a:rect l="l" t="t" r="r" b="b"/>
            <a:pathLst>
              <a:path w="643254" h="163194">
                <a:moveTo>
                  <a:pt x="615950" y="0"/>
                </a:moveTo>
                <a:lnTo>
                  <a:pt x="27177" y="0"/>
                </a:lnTo>
                <a:lnTo>
                  <a:pt x="16609" y="2139"/>
                </a:lnTo>
                <a:lnTo>
                  <a:pt x="7969" y="7969"/>
                </a:lnTo>
                <a:lnTo>
                  <a:pt x="2139" y="16609"/>
                </a:lnTo>
                <a:lnTo>
                  <a:pt x="0" y="27177"/>
                </a:lnTo>
                <a:lnTo>
                  <a:pt x="0" y="135890"/>
                </a:lnTo>
                <a:lnTo>
                  <a:pt x="2139" y="146458"/>
                </a:lnTo>
                <a:lnTo>
                  <a:pt x="7969" y="155098"/>
                </a:lnTo>
                <a:lnTo>
                  <a:pt x="16609" y="160928"/>
                </a:lnTo>
                <a:lnTo>
                  <a:pt x="27177" y="163067"/>
                </a:lnTo>
                <a:lnTo>
                  <a:pt x="615950" y="163067"/>
                </a:lnTo>
                <a:lnTo>
                  <a:pt x="626518" y="160928"/>
                </a:lnTo>
                <a:lnTo>
                  <a:pt x="635158" y="155098"/>
                </a:lnTo>
                <a:lnTo>
                  <a:pt x="640988" y="146458"/>
                </a:lnTo>
                <a:lnTo>
                  <a:pt x="643127" y="135890"/>
                </a:lnTo>
                <a:lnTo>
                  <a:pt x="643127" y="27177"/>
                </a:lnTo>
                <a:lnTo>
                  <a:pt x="640988" y="16609"/>
                </a:lnTo>
                <a:lnTo>
                  <a:pt x="635158" y="7969"/>
                </a:lnTo>
                <a:lnTo>
                  <a:pt x="626518" y="2139"/>
                </a:lnTo>
                <a:lnTo>
                  <a:pt x="615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 anchor="ctr"/>
          <a:lstStyle/>
          <a:p>
            <a:pPr algn="ctr"/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A95B2D9-BC53-F600-12E4-5CD15642599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38200" y="2254850"/>
            <a:ext cx="3935729" cy="184565"/>
            <a:chOff x="87589" y="2254850"/>
            <a:chExt cx="3935729" cy="184565"/>
          </a:xfrm>
        </p:grpSpPr>
        <p:sp>
          <p:nvSpPr>
            <p:cNvPr id="128" name="object 16">
              <a:extLst>
                <a:ext uri="{FF2B5EF4-FFF2-40B4-BE49-F238E27FC236}">
                  <a16:creationId xmlns:a16="http://schemas.microsoft.com/office/drawing/2014/main" id="{8759FD58-6003-7C61-99E7-CB7B928D418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1572" y="2254850"/>
              <a:ext cx="1807762" cy="18210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tr-TR" sz="1100" b="1" spc="-20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İÇ HAT</a:t>
              </a:r>
              <a:r>
                <a:rPr lang="tr-TR" sz="1100" b="1" spc="-75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sz="1100" b="1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YOLCU</a:t>
              </a:r>
              <a:r>
                <a:rPr sz="1100" b="1" spc="-35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sz="1100" b="1" spc="-10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SAYILARI</a:t>
              </a:r>
              <a:endParaRPr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46" name="object 20">
              <a:extLst>
                <a:ext uri="{FF2B5EF4-FFF2-40B4-BE49-F238E27FC236}">
                  <a16:creationId xmlns:a16="http://schemas.microsoft.com/office/drawing/2014/main" id="{8A46F86A-D0E4-0B01-4A2B-4D72C84C0B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7589" y="2431160"/>
              <a:ext cx="3935729" cy="8255"/>
            </a:xfrm>
            <a:custGeom>
              <a:avLst/>
              <a:gdLst/>
              <a:ahLst/>
              <a:cxnLst/>
              <a:rect l="l" t="t" r="r" b="b"/>
              <a:pathLst>
                <a:path w="3935729" h="8255">
                  <a:moveTo>
                    <a:pt x="0" y="8254"/>
                  </a:moveTo>
                  <a:lnTo>
                    <a:pt x="3935603" y="0"/>
                  </a:lnTo>
                </a:path>
              </a:pathLst>
            </a:custGeom>
            <a:ln w="12192">
              <a:solidFill>
                <a:srgbClr val="2199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36B491-738A-D7EF-A468-6763FFD34B8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38200" y="3078057"/>
            <a:ext cx="3935729" cy="206309"/>
            <a:chOff x="61112" y="3078057"/>
            <a:chExt cx="3935729" cy="206309"/>
          </a:xfrm>
        </p:grpSpPr>
        <p:sp>
          <p:nvSpPr>
            <p:cNvPr id="147" name="object 16">
              <a:extLst>
                <a:ext uri="{FF2B5EF4-FFF2-40B4-BE49-F238E27FC236}">
                  <a16:creationId xmlns:a16="http://schemas.microsoft.com/office/drawing/2014/main" id="{50C1850F-C1C7-C156-8544-C8D08C5CB8B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08886" y="3078057"/>
              <a:ext cx="2640181" cy="18766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tr-TR" sz="1100" b="1" spc="-20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E-PASAPORT YOLCU GEÇİŞ </a:t>
              </a:r>
              <a:r>
                <a:rPr sz="1100" b="1" spc="-10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SAYILARI</a:t>
              </a:r>
              <a:endParaRPr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48" name="object 20">
              <a:extLst>
                <a:ext uri="{FF2B5EF4-FFF2-40B4-BE49-F238E27FC236}">
                  <a16:creationId xmlns:a16="http://schemas.microsoft.com/office/drawing/2014/main" id="{FC8B911D-351E-9AE7-A373-BFD6B4EDCA6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1112" y="3276111"/>
              <a:ext cx="3935729" cy="8255"/>
            </a:xfrm>
            <a:custGeom>
              <a:avLst/>
              <a:gdLst/>
              <a:ahLst/>
              <a:cxnLst/>
              <a:rect l="l" t="t" r="r" b="b"/>
              <a:pathLst>
                <a:path w="3935729" h="8255">
                  <a:moveTo>
                    <a:pt x="0" y="8254"/>
                  </a:moveTo>
                  <a:lnTo>
                    <a:pt x="3935603" y="0"/>
                  </a:lnTo>
                </a:path>
              </a:pathLst>
            </a:custGeom>
            <a:ln w="12192">
              <a:solidFill>
                <a:srgbClr val="2199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9" name="object 17">
            <a:extLst>
              <a:ext uri="{FF2B5EF4-FFF2-40B4-BE49-F238E27FC236}">
                <a16:creationId xmlns:a16="http://schemas.microsoft.com/office/drawing/2014/main" id="{86B9382B-CAF7-EA64-CBF3-6B9F49C309F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3954" y="3398658"/>
            <a:ext cx="1062733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tr-TR" sz="1100" b="1" u="sng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GİDEN YOLCU</a:t>
            </a:r>
            <a:endParaRPr sz="1100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3" name="object 106">
            <a:extLst>
              <a:ext uri="{FF2B5EF4-FFF2-40B4-BE49-F238E27FC236}">
                <a16:creationId xmlns:a16="http://schemas.microsoft.com/office/drawing/2014/main" id="{37D9AF76-EA87-968A-9B31-FCF9361538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6340" y="4393666"/>
            <a:ext cx="720000" cy="180000"/>
          </a:xfrm>
          <a:custGeom>
            <a:avLst/>
            <a:gdLst/>
            <a:ahLst/>
            <a:cxnLst/>
            <a:rect l="l" t="t" r="r" b="b"/>
            <a:pathLst>
              <a:path w="713739" h="184785">
                <a:moveTo>
                  <a:pt x="682497" y="0"/>
                </a:moveTo>
                <a:lnTo>
                  <a:pt x="30734" y="0"/>
                </a:lnTo>
                <a:lnTo>
                  <a:pt x="18752" y="2409"/>
                </a:lnTo>
                <a:lnTo>
                  <a:pt x="8985" y="8985"/>
                </a:lnTo>
                <a:lnTo>
                  <a:pt x="2409" y="18752"/>
                </a:lnTo>
                <a:lnTo>
                  <a:pt x="0" y="30733"/>
                </a:lnTo>
                <a:lnTo>
                  <a:pt x="0" y="153670"/>
                </a:lnTo>
                <a:lnTo>
                  <a:pt x="2409" y="165651"/>
                </a:lnTo>
                <a:lnTo>
                  <a:pt x="8985" y="175418"/>
                </a:lnTo>
                <a:lnTo>
                  <a:pt x="18752" y="181994"/>
                </a:lnTo>
                <a:lnTo>
                  <a:pt x="30734" y="184403"/>
                </a:lnTo>
                <a:lnTo>
                  <a:pt x="682497" y="184403"/>
                </a:lnTo>
                <a:lnTo>
                  <a:pt x="694479" y="181994"/>
                </a:lnTo>
                <a:lnTo>
                  <a:pt x="704246" y="175418"/>
                </a:lnTo>
                <a:lnTo>
                  <a:pt x="710822" y="165651"/>
                </a:lnTo>
                <a:lnTo>
                  <a:pt x="713232" y="153670"/>
                </a:lnTo>
                <a:lnTo>
                  <a:pt x="713232" y="30733"/>
                </a:lnTo>
                <a:lnTo>
                  <a:pt x="710822" y="18752"/>
                </a:lnTo>
                <a:lnTo>
                  <a:pt x="704246" y="8985"/>
                </a:lnTo>
                <a:lnTo>
                  <a:pt x="694479" y="2409"/>
                </a:lnTo>
                <a:lnTo>
                  <a:pt x="6824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 anchor="ctr"/>
          <a:lstStyle/>
          <a:p>
            <a:pPr algn="ctr"/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5" name="object 106">
            <a:extLst>
              <a:ext uri="{FF2B5EF4-FFF2-40B4-BE49-F238E27FC236}">
                <a16:creationId xmlns:a16="http://schemas.microsoft.com/office/drawing/2014/main" id="{2C1A0FEF-2B09-748F-129F-9FCA5FC1F8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78144" y="4065436"/>
            <a:ext cx="720000" cy="180000"/>
          </a:xfrm>
          <a:custGeom>
            <a:avLst/>
            <a:gdLst/>
            <a:ahLst/>
            <a:cxnLst/>
            <a:rect l="l" t="t" r="r" b="b"/>
            <a:pathLst>
              <a:path w="713739" h="184785">
                <a:moveTo>
                  <a:pt x="682497" y="0"/>
                </a:moveTo>
                <a:lnTo>
                  <a:pt x="30734" y="0"/>
                </a:lnTo>
                <a:lnTo>
                  <a:pt x="18752" y="2409"/>
                </a:lnTo>
                <a:lnTo>
                  <a:pt x="8985" y="8985"/>
                </a:lnTo>
                <a:lnTo>
                  <a:pt x="2409" y="18752"/>
                </a:lnTo>
                <a:lnTo>
                  <a:pt x="0" y="30733"/>
                </a:lnTo>
                <a:lnTo>
                  <a:pt x="0" y="153670"/>
                </a:lnTo>
                <a:lnTo>
                  <a:pt x="2409" y="165651"/>
                </a:lnTo>
                <a:lnTo>
                  <a:pt x="8985" y="175418"/>
                </a:lnTo>
                <a:lnTo>
                  <a:pt x="18752" y="181994"/>
                </a:lnTo>
                <a:lnTo>
                  <a:pt x="30734" y="184403"/>
                </a:lnTo>
                <a:lnTo>
                  <a:pt x="682497" y="184403"/>
                </a:lnTo>
                <a:lnTo>
                  <a:pt x="694479" y="181994"/>
                </a:lnTo>
                <a:lnTo>
                  <a:pt x="704246" y="175418"/>
                </a:lnTo>
                <a:lnTo>
                  <a:pt x="710822" y="165651"/>
                </a:lnTo>
                <a:lnTo>
                  <a:pt x="713232" y="153670"/>
                </a:lnTo>
                <a:lnTo>
                  <a:pt x="713232" y="30733"/>
                </a:lnTo>
                <a:lnTo>
                  <a:pt x="710822" y="18752"/>
                </a:lnTo>
                <a:lnTo>
                  <a:pt x="704246" y="8985"/>
                </a:lnTo>
                <a:lnTo>
                  <a:pt x="694479" y="2409"/>
                </a:lnTo>
                <a:lnTo>
                  <a:pt x="6824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 anchor="ctr"/>
          <a:lstStyle/>
          <a:p>
            <a:pPr algn="ctr"/>
            <a:endParaRPr sz="1100" dirty="0"/>
          </a:p>
        </p:txBody>
      </p:sp>
      <p:sp>
        <p:nvSpPr>
          <p:cNvPr id="156" name="object 17">
            <a:extLst>
              <a:ext uri="{FF2B5EF4-FFF2-40B4-BE49-F238E27FC236}">
                <a16:creationId xmlns:a16="http://schemas.microsoft.com/office/drawing/2014/main" id="{EA602B00-36EB-D7AF-1084-F9A4C5DB40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83731" y="3392463"/>
            <a:ext cx="1043699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tr-TR" sz="1100" b="1" u="sng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GELEN YOLCU</a:t>
            </a:r>
            <a:endParaRPr sz="1100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8" name="object 17">
            <a:extLst>
              <a:ext uri="{FF2B5EF4-FFF2-40B4-BE49-F238E27FC236}">
                <a16:creationId xmlns:a16="http://schemas.microsoft.com/office/drawing/2014/main" id="{35F8539A-465D-6F6A-E661-3F0C76AB5D5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95675" y="3994815"/>
            <a:ext cx="118939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tr-TR" sz="1000" b="1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Dış-İç Transfer</a:t>
            </a:r>
            <a:r>
              <a:rPr sz="1000" b="1" spc="-25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b="1" spc="-10" dirty="0" err="1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Yolcu</a:t>
            </a:r>
            <a:r>
              <a:rPr lang="tr-TR" sz="1000" b="1" spc="-10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Sayıları</a:t>
            </a:r>
            <a:endParaRPr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9" name="object 17">
            <a:extLst>
              <a:ext uri="{FF2B5EF4-FFF2-40B4-BE49-F238E27FC236}">
                <a16:creationId xmlns:a16="http://schemas.microsoft.com/office/drawing/2014/main" id="{A9DBD6EA-1347-3D65-9561-1A8D71D85C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88735" y="4384601"/>
            <a:ext cx="803275" cy="1981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tr-TR" sz="1200" b="1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Toplam</a:t>
            </a:r>
            <a:endParaRPr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0" name="object 106">
            <a:extLst>
              <a:ext uri="{FF2B5EF4-FFF2-40B4-BE49-F238E27FC236}">
                <a16:creationId xmlns:a16="http://schemas.microsoft.com/office/drawing/2014/main" id="{84DDE6AA-0345-9DDA-39A1-D5D99B8F64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78144" y="4393666"/>
            <a:ext cx="720000" cy="180000"/>
          </a:xfrm>
          <a:custGeom>
            <a:avLst/>
            <a:gdLst/>
            <a:ahLst/>
            <a:cxnLst/>
            <a:rect l="l" t="t" r="r" b="b"/>
            <a:pathLst>
              <a:path w="713739" h="184785">
                <a:moveTo>
                  <a:pt x="682497" y="0"/>
                </a:moveTo>
                <a:lnTo>
                  <a:pt x="30734" y="0"/>
                </a:lnTo>
                <a:lnTo>
                  <a:pt x="18752" y="2409"/>
                </a:lnTo>
                <a:lnTo>
                  <a:pt x="8985" y="8985"/>
                </a:lnTo>
                <a:lnTo>
                  <a:pt x="2409" y="18752"/>
                </a:lnTo>
                <a:lnTo>
                  <a:pt x="0" y="30733"/>
                </a:lnTo>
                <a:lnTo>
                  <a:pt x="0" y="153670"/>
                </a:lnTo>
                <a:lnTo>
                  <a:pt x="2409" y="165651"/>
                </a:lnTo>
                <a:lnTo>
                  <a:pt x="8985" y="175418"/>
                </a:lnTo>
                <a:lnTo>
                  <a:pt x="18752" y="181994"/>
                </a:lnTo>
                <a:lnTo>
                  <a:pt x="30734" y="184403"/>
                </a:lnTo>
                <a:lnTo>
                  <a:pt x="682497" y="184403"/>
                </a:lnTo>
                <a:lnTo>
                  <a:pt x="694479" y="181994"/>
                </a:lnTo>
                <a:lnTo>
                  <a:pt x="704246" y="175418"/>
                </a:lnTo>
                <a:lnTo>
                  <a:pt x="710822" y="165651"/>
                </a:lnTo>
                <a:lnTo>
                  <a:pt x="713232" y="153670"/>
                </a:lnTo>
                <a:lnTo>
                  <a:pt x="713232" y="30733"/>
                </a:lnTo>
                <a:lnTo>
                  <a:pt x="710822" y="18752"/>
                </a:lnTo>
                <a:lnTo>
                  <a:pt x="704246" y="8985"/>
                </a:lnTo>
                <a:lnTo>
                  <a:pt x="694479" y="2409"/>
                </a:lnTo>
                <a:lnTo>
                  <a:pt x="6824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 anchor="ctr"/>
          <a:lstStyle/>
          <a:p>
            <a:pPr algn="ctr"/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7" name="object 17">
            <a:extLst>
              <a:ext uri="{FF2B5EF4-FFF2-40B4-BE49-F238E27FC236}">
                <a16:creationId xmlns:a16="http://schemas.microsoft.com/office/drawing/2014/main" id="{84E84DCB-0EC0-FBF2-699D-4950C6E2FCA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27387" y="3629535"/>
            <a:ext cx="92597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tr-TR" sz="1000" b="1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elen Katı </a:t>
            </a:r>
            <a:r>
              <a:rPr sz="1000" b="1" spc="-10" dirty="0" err="1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Yolcu</a:t>
            </a:r>
            <a:r>
              <a:rPr lang="tr-TR" sz="1000" b="1" spc="-10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Sayıları</a:t>
            </a:r>
            <a:endParaRPr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1" name="object 106">
            <a:extLst>
              <a:ext uri="{FF2B5EF4-FFF2-40B4-BE49-F238E27FC236}">
                <a16:creationId xmlns:a16="http://schemas.microsoft.com/office/drawing/2014/main" id="{F9E02A2E-0DD0-CCDB-F987-08F9100B8A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78144" y="3700156"/>
            <a:ext cx="720000" cy="180000"/>
          </a:xfrm>
          <a:custGeom>
            <a:avLst/>
            <a:gdLst/>
            <a:ahLst/>
            <a:cxnLst/>
            <a:rect l="l" t="t" r="r" b="b"/>
            <a:pathLst>
              <a:path w="713739" h="184785">
                <a:moveTo>
                  <a:pt x="682497" y="0"/>
                </a:moveTo>
                <a:lnTo>
                  <a:pt x="30734" y="0"/>
                </a:lnTo>
                <a:lnTo>
                  <a:pt x="18752" y="2409"/>
                </a:lnTo>
                <a:lnTo>
                  <a:pt x="8985" y="8985"/>
                </a:lnTo>
                <a:lnTo>
                  <a:pt x="2409" y="18752"/>
                </a:lnTo>
                <a:lnTo>
                  <a:pt x="0" y="30733"/>
                </a:lnTo>
                <a:lnTo>
                  <a:pt x="0" y="153670"/>
                </a:lnTo>
                <a:lnTo>
                  <a:pt x="2409" y="165651"/>
                </a:lnTo>
                <a:lnTo>
                  <a:pt x="8985" y="175418"/>
                </a:lnTo>
                <a:lnTo>
                  <a:pt x="18752" y="181994"/>
                </a:lnTo>
                <a:lnTo>
                  <a:pt x="30734" y="184403"/>
                </a:lnTo>
                <a:lnTo>
                  <a:pt x="682497" y="184403"/>
                </a:lnTo>
                <a:lnTo>
                  <a:pt x="694479" y="181994"/>
                </a:lnTo>
                <a:lnTo>
                  <a:pt x="704246" y="175418"/>
                </a:lnTo>
                <a:lnTo>
                  <a:pt x="710822" y="165651"/>
                </a:lnTo>
                <a:lnTo>
                  <a:pt x="713232" y="153670"/>
                </a:lnTo>
                <a:lnTo>
                  <a:pt x="713232" y="30733"/>
                </a:lnTo>
                <a:lnTo>
                  <a:pt x="710822" y="18752"/>
                </a:lnTo>
                <a:lnTo>
                  <a:pt x="704246" y="8985"/>
                </a:lnTo>
                <a:lnTo>
                  <a:pt x="694479" y="2409"/>
                </a:lnTo>
                <a:lnTo>
                  <a:pt x="6824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 anchor="ctr"/>
          <a:lstStyle/>
          <a:p>
            <a:pPr algn="ctr"/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3" name="object 106">
            <a:extLst>
              <a:ext uri="{FF2B5EF4-FFF2-40B4-BE49-F238E27FC236}">
                <a16:creationId xmlns:a16="http://schemas.microsoft.com/office/drawing/2014/main" id="{1BE20E37-6582-E033-A120-9EDD1240D5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88003" y="4120411"/>
            <a:ext cx="900000" cy="230400"/>
          </a:xfrm>
          <a:custGeom>
            <a:avLst/>
            <a:gdLst/>
            <a:ahLst/>
            <a:cxnLst/>
            <a:rect l="l" t="t" r="r" b="b"/>
            <a:pathLst>
              <a:path w="713739" h="184785">
                <a:moveTo>
                  <a:pt x="682497" y="0"/>
                </a:moveTo>
                <a:lnTo>
                  <a:pt x="30734" y="0"/>
                </a:lnTo>
                <a:lnTo>
                  <a:pt x="18752" y="2409"/>
                </a:lnTo>
                <a:lnTo>
                  <a:pt x="8985" y="8985"/>
                </a:lnTo>
                <a:lnTo>
                  <a:pt x="2409" y="18752"/>
                </a:lnTo>
                <a:lnTo>
                  <a:pt x="0" y="30733"/>
                </a:lnTo>
                <a:lnTo>
                  <a:pt x="0" y="153670"/>
                </a:lnTo>
                <a:lnTo>
                  <a:pt x="2409" y="165651"/>
                </a:lnTo>
                <a:lnTo>
                  <a:pt x="8985" y="175418"/>
                </a:lnTo>
                <a:lnTo>
                  <a:pt x="18752" y="181994"/>
                </a:lnTo>
                <a:lnTo>
                  <a:pt x="30734" y="184403"/>
                </a:lnTo>
                <a:lnTo>
                  <a:pt x="682497" y="184403"/>
                </a:lnTo>
                <a:lnTo>
                  <a:pt x="694479" y="181994"/>
                </a:lnTo>
                <a:lnTo>
                  <a:pt x="704246" y="175418"/>
                </a:lnTo>
                <a:lnTo>
                  <a:pt x="710822" y="165651"/>
                </a:lnTo>
                <a:lnTo>
                  <a:pt x="713232" y="153670"/>
                </a:lnTo>
                <a:lnTo>
                  <a:pt x="713232" y="30733"/>
                </a:lnTo>
                <a:lnTo>
                  <a:pt x="710822" y="18752"/>
                </a:lnTo>
                <a:lnTo>
                  <a:pt x="704246" y="8985"/>
                </a:lnTo>
                <a:lnTo>
                  <a:pt x="694479" y="2409"/>
                </a:lnTo>
                <a:lnTo>
                  <a:pt x="6824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 anchor="ctr"/>
          <a:lstStyle/>
          <a:p>
            <a:pPr algn="ctr"/>
            <a:endParaRPr sz="1100" dirty="0"/>
          </a:p>
        </p:txBody>
      </p:sp>
      <p:sp>
        <p:nvSpPr>
          <p:cNvPr id="165" name="object 101">
            <a:extLst>
              <a:ext uri="{FF2B5EF4-FFF2-40B4-BE49-F238E27FC236}">
                <a16:creationId xmlns:a16="http://schemas.microsoft.com/office/drawing/2014/main" id="{A5B1720C-7F7D-D622-FE86-821F434AC1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016272" y="3856459"/>
            <a:ext cx="1235507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tr-TR" sz="1100" b="1" u="sng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TOPLAM YOLCU</a:t>
            </a:r>
            <a:endParaRPr sz="1100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6" name="object 16">
            <a:extLst>
              <a:ext uri="{FF2B5EF4-FFF2-40B4-BE49-F238E27FC236}">
                <a16:creationId xmlns:a16="http://schemas.microsoft.com/office/drawing/2014/main" id="{2239B165-F532-6AB5-3DEC-F4905AF6F68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98530" y="4758146"/>
            <a:ext cx="2615068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tr-TR" sz="1100" b="1" u="sng" spc="-20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E-PASAPORT YOLCU İSTATİSLİKLERİ</a:t>
            </a:r>
            <a:endParaRPr sz="1100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7" name="object 8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3847" y="5422265"/>
            <a:ext cx="1662083" cy="375809"/>
          </a:xfrm>
          <a:prstGeom prst="rect">
            <a:avLst/>
          </a:prstGeom>
          <a:ln w="9525">
            <a:noFill/>
          </a:ln>
        </p:spPr>
        <p:txBody>
          <a:bodyPr vert="horz" wrap="square" lIns="0" tIns="12700" rIns="0" bIns="0" rtlCol="0">
            <a:spAutoFit/>
          </a:bodyPr>
          <a:lstStyle/>
          <a:p>
            <a:pPr marL="12700" marR="5080" indent="66675">
              <a:lnSpc>
                <a:spcPct val="125000"/>
              </a:lnSpc>
              <a:spcBef>
                <a:spcPts val="100"/>
              </a:spcBef>
            </a:pPr>
            <a:r>
              <a:rPr sz="1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Toplam</a:t>
            </a:r>
            <a:r>
              <a:rPr sz="1000" spc="-2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Giden</a:t>
            </a:r>
            <a:r>
              <a:rPr sz="1000" b="1" spc="-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spc="-1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Yolcunun</a:t>
            </a:r>
            <a:r>
              <a:rPr lang="tr-TR" sz="1000" spc="-1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000" spc="-1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E-</a:t>
            </a:r>
            <a:r>
              <a:rPr sz="1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Pasaport</a:t>
            </a:r>
            <a:r>
              <a:rPr sz="1000" spc="-25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Kullanma</a:t>
            </a:r>
            <a:r>
              <a:rPr sz="1000" spc="-4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spc="-2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Oranı</a:t>
            </a:r>
            <a:endParaRPr sz="10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8" name="object 106">
            <a:extLst>
              <a:ext uri="{FF2B5EF4-FFF2-40B4-BE49-F238E27FC236}">
                <a16:creationId xmlns:a16="http://schemas.microsoft.com/office/drawing/2014/main" id="{AB28B45E-4F4D-09F9-4E1C-EE3BBF8B63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17863" y="5522651"/>
            <a:ext cx="720000" cy="180000"/>
          </a:xfrm>
          <a:custGeom>
            <a:avLst/>
            <a:gdLst/>
            <a:ahLst/>
            <a:cxnLst/>
            <a:rect l="l" t="t" r="r" b="b"/>
            <a:pathLst>
              <a:path w="713739" h="184785">
                <a:moveTo>
                  <a:pt x="682497" y="0"/>
                </a:moveTo>
                <a:lnTo>
                  <a:pt x="30734" y="0"/>
                </a:lnTo>
                <a:lnTo>
                  <a:pt x="18752" y="2409"/>
                </a:lnTo>
                <a:lnTo>
                  <a:pt x="8985" y="8985"/>
                </a:lnTo>
                <a:lnTo>
                  <a:pt x="2409" y="18752"/>
                </a:lnTo>
                <a:lnTo>
                  <a:pt x="0" y="30733"/>
                </a:lnTo>
                <a:lnTo>
                  <a:pt x="0" y="153670"/>
                </a:lnTo>
                <a:lnTo>
                  <a:pt x="2409" y="165651"/>
                </a:lnTo>
                <a:lnTo>
                  <a:pt x="8985" y="175418"/>
                </a:lnTo>
                <a:lnTo>
                  <a:pt x="18752" y="181994"/>
                </a:lnTo>
                <a:lnTo>
                  <a:pt x="30734" y="184403"/>
                </a:lnTo>
                <a:lnTo>
                  <a:pt x="682497" y="184403"/>
                </a:lnTo>
                <a:lnTo>
                  <a:pt x="694479" y="181994"/>
                </a:lnTo>
                <a:lnTo>
                  <a:pt x="704246" y="175418"/>
                </a:lnTo>
                <a:lnTo>
                  <a:pt x="710822" y="165651"/>
                </a:lnTo>
                <a:lnTo>
                  <a:pt x="713232" y="153670"/>
                </a:lnTo>
                <a:lnTo>
                  <a:pt x="713232" y="30733"/>
                </a:lnTo>
                <a:lnTo>
                  <a:pt x="710822" y="18752"/>
                </a:lnTo>
                <a:lnTo>
                  <a:pt x="704246" y="8985"/>
                </a:lnTo>
                <a:lnTo>
                  <a:pt x="694479" y="2409"/>
                </a:lnTo>
                <a:lnTo>
                  <a:pt x="6824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 anchor="ctr"/>
          <a:lstStyle/>
          <a:p>
            <a:pPr algn="ctr"/>
            <a:r>
              <a:rPr lang="tr-TR" sz="1100" dirty="0"/>
              <a:t>%</a:t>
            </a:r>
            <a:endParaRPr sz="1100" dirty="0"/>
          </a:p>
        </p:txBody>
      </p:sp>
      <p:sp>
        <p:nvSpPr>
          <p:cNvPr id="169" name="object 83">
            <a:extLst>
              <a:ext uri="{FF2B5EF4-FFF2-40B4-BE49-F238E27FC236}">
                <a16:creationId xmlns:a16="http://schemas.microsoft.com/office/drawing/2014/main" id="{469F0B75-1853-17AD-9C5D-0D85761301D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66059" y="5422586"/>
            <a:ext cx="1528953" cy="375167"/>
          </a:xfrm>
          <a:prstGeom prst="rect">
            <a:avLst/>
          </a:prstGeom>
          <a:ln w="9525">
            <a:noFill/>
          </a:ln>
        </p:spPr>
        <p:txBody>
          <a:bodyPr vert="horz" wrap="square" lIns="0" tIns="12065" rIns="0" bIns="0" rtlCol="0">
            <a:spAutoFit/>
          </a:bodyPr>
          <a:lstStyle/>
          <a:p>
            <a:pPr marL="12700" marR="5080" indent="69850">
              <a:lnSpc>
                <a:spcPct val="125000"/>
              </a:lnSpc>
              <a:spcBef>
                <a:spcPts val="355"/>
              </a:spcBef>
            </a:pPr>
            <a:r>
              <a:rPr sz="10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Toplam</a:t>
            </a:r>
            <a:r>
              <a:rPr sz="1000" spc="-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Gelen</a:t>
            </a:r>
            <a:r>
              <a:rPr sz="1000" b="1" spc="-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spc="-1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Yolcunun</a:t>
            </a:r>
            <a:r>
              <a:rPr sz="1000" spc="-1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r-TR" sz="1000" spc="-1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sz="1000" spc="-1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E-</a:t>
            </a:r>
            <a:r>
              <a:rPr sz="10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Pasaport</a:t>
            </a:r>
            <a:r>
              <a:rPr sz="1000" spc="-25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Kullanma</a:t>
            </a:r>
            <a:r>
              <a:rPr sz="1000" spc="-4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spc="-2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Oranı</a:t>
            </a:r>
            <a:endParaRPr sz="10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0" name="object 106">
            <a:extLst>
              <a:ext uri="{FF2B5EF4-FFF2-40B4-BE49-F238E27FC236}">
                <a16:creationId xmlns:a16="http://schemas.microsoft.com/office/drawing/2014/main" id="{3A1317E6-F7E8-A4A6-F17E-6C25E30C02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85441" y="5522651"/>
            <a:ext cx="720000" cy="180000"/>
          </a:xfrm>
          <a:custGeom>
            <a:avLst/>
            <a:gdLst/>
            <a:ahLst/>
            <a:cxnLst/>
            <a:rect l="l" t="t" r="r" b="b"/>
            <a:pathLst>
              <a:path w="713739" h="184785">
                <a:moveTo>
                  <a:pt x="682497" y="0"/>
                </a:moveTo>
                <a:lnTo>
                  <a:pt x="30734" y="0"/>
                </a:lnTo>
                <a:lnTo>
                  <a:pt x="18752" y="2409"/>
                </a:lnTo>
                <a:lnTo>
                  <a:pt x="8985" y="8985"/>
                </a:lnTo>
                <a:lnTo>
                  <a:pt x="2409" y="18752"/>
                </a:lnTo>
                <a:lnTo>
                  <a:pt x="0" y="30733"/>
                </a:lnTo>
                <a:lnTo>
                  <a:pt x="0" y="153670"/>
                </a:lnTo>
                <a:lnTo>
                  <a:pt x="2409" y="165651"/>
                </a:lnTo>
                <a:lnTo>
                  <a:pt x="8985" y="175418"/>
                </a:lnTo>
                <a:lnTo>
                  <a:pt x="18752" y="181994"/>
                </a:lnTo>
                <a:lnTo>
                  <a:pt x="30734" y="184403"/>
                </a:lnTo>
                <a:lnTo>
                  <a:pt x="682497" y="184403"/>
                </a:lnTo>
                <a:lnTo>
                  <a:pt x="694479" y="181994"/>
                </a:lnTo>
                <a:lnTo>
                  <a:pt x="704246" y="175418"/>
                </a:lnTo>
                <a:lnTo>
                  <a:pt x="710822" y="165651"/>
                </a:lnTo>
                <a:lnTo>
                  <a:pt x="713232" y="153670"/>
                </a:lnTo>
                <a:lnTo>
                  <a:pt x="713232" y="30733"/>
                </a:lnTo>
                <a:lnTo>
                  <a:pt x="710822" y="18752"/>
                </a:lnTo>
                <a:lnTo>
                  <a:pt x="704246" y="8985"/>
                </a:lnTo>
                <a:lnTo>
                  <a:pt x="694479" y="2409"/>
                </a:lnTo>
                <a:lnTo>
                  <a:pt x="6824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 anchor="ctr"/>
          <a:lstStyle/>
          <a:p>
            <a:pPr algn="ctr"/>
            <a:r>
              <a:rPr lang="tr-TR" sz="1100" dirty="0"/>
              <a:t>%</a:t>
            </a:r>
            <a:endParaRPr sz="1100" dirty="0"/>
          </a:p>
        </p:txBody>
      </p:sp>
      <p:sp>
        <p:nvSpPr>
          <p:cNvPr id="172" name="object 81">
            <a:extLst>
              <a:ext uri="{FF2B5EF4-FFF2-40B4-BE49-F238E27FC236}">
                <a16:creationId xmlns:a16="http://schemas.microsoft.com/office/drawing/2014/main" id="{8FD64541-C97E-194E-6412-17DA5DA6ED3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7069" y="5081229"/>
            <a:ext cx="2877943" cy="1919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6675">
              <a:lnSpc>
                <a:spcPct val="125000"/>
              </a:lnSpc>
              <a:spcBef>
                <a:spcPts val="100"/>
              </a:spcBef>
            </a:pPr>
            <a:r>
              <a:rPr lang="tr-TR" sz="105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Pasaporttan Geçen </a:t>
            </a:r>
            <a:r>
              <a:rPr sz="105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Toplam</a:t>
            </a:r>
            <a:r>
              <a:rPr sz="1050" spc="-2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r-TR" sz="105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Türk Yolcu Sayısı</a:t>
            </a:r>
            <a:endParaRPr sz="105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3" name="object 106">
            <a:extLst>
              <a:ext uri="{FF2B5EF4-FFF2-40B4-BE49-F238E27FC236}">
                <a16:creationId xmlns:a16="http://schemas.microsoft.com/office/drawing/2014/main" id="{047DEAC8-A951-5193-28E0-F299826D25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85441" y="5087217"/>
            <a:ext cx="720000" cy="180000"/>
          </a:xfrm>
          <a:custGeom>
            <a:avLst/>
            <a:gdLst/>
            <a:ahLst/>
            <a:cxnLst/>
            <a:rect l="l" t="t" r="r" b="b"/>
            <a:pathLst>
              <a:path w="713739" h="184785">
                <a:moveTo>
                  <a:pt x="682497" y="0"/>
                </a:moveTo>
                <a:lnTo>
                  <a:pt x="30734" y="0"/>
                </a:lnTo>
                <a:lnTo>
                  <a:pt x="18752" y="2409"/>
                </a:lnTo>
                <a:lnTo>
                  <a:pt x="8985" y="8985"/>
                </a:lnTo>
                <a:lnTo>
                  <a:pt x="2409" y="18752"/>
                </a:lnTo>
                <a:lnTo>
                  <a:pt x="0" y="30733"/>
                </a:lnTo>
                <a:lnTo>
                  <a:pt x="0" y="153670"/>
                </a:lnTo>
                <a:lnTo>
                  <a:pt x="2409" y="165651"/>
                </a:lnTo>
                <a:lnTo>
                  <a:pt x="8985" y="175418"/>
                </a:lnTo>
                <a:lnTo>
                  <a:pt x="18752" y="181994"/>
                </a:lnTo>
                <a:lnTo>
                  <a:pt x="30734" y="184403"/>
                </a:lnTo>
                <a:lnTo>
                  <a:pt x="682497" y="184403"/>
                </a:lnTo>
                <a:lnTo>
                  <a:pt x="694479" y="181994"/>
                </a:lnTo>
                <a:lnTo>
                  <a:pt x="704246" y="175418"/>
                </a:lnTo>
                <a:lnTo>
                  <a:pt x="710822" y="165651"/>
                </a:lnTo>
                <a:lnTo>
                  <a:pt x="713232" y="153670"/>
                </a:lnTo>
                <a:lnTo>
                  <a:pt x="713232" y="30733"/>
                </a:lnTo>
                <a:lnTo>
                  <a:pt x="710822" y="18752"/>
                </a:lnTo>
                <a:lnTo>
                  <a:pt x="704246" y="8985"/>
                </a:lnTo>
                <a:lnTo>
                  <a:pt x="694479" y="2409"/>
                </a:lnTo>
                <a:lnTo>
                  <a:pt x="6824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algn="ctr"/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4" name="TextBox 99">
            <a:extLst>
              <a:ext uri="{FF2B5EF4-FFF2-40B4-BE49-F238E27FC236}">
                <a16:creationId xmlns:a16="http://schemas.microsoft.com/office/drawing/2014/main" id="{5FBB8C84-AE57-D842-686C-FAE8AD407B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04475" y="5926578"/>
            <a:ext cx="2890537" cy="3811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tr-TR" sz="105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Toplam</a:t>
            </a:r>
            <a:r>
              <a:rPr lang="tr-TR" sz="105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Yolcu Sayısının </a:t>
            </a:r>
            <a:r>
              <a:rPr lang="tr-TR" sz="105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E-Pasaport Kullanma</a:t>
            </a:r>
          </a:p>
          <a:p>
            <a:pPr algn="ctr">
              <a:lnSpc>
                <a:spcPct val="125000"/>
              </a:lnSpc>
            </a:pPr>
            <a:r>
              <a:rPr lang="tr-TR" sz="105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Sayısına</a:t>
            </a:r>
            <a:r>
              <a:rPr lang="tr-TR" sz="105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Oranı</a:t>
            </a:r>
          </a:p>
        </p:txBody>
      </p:sp>
      <p:sp>
        <p:nvSpPr>
          <p:cNvPr id="175" name="object 106">
            <a:extLst>
              <a:ext uri="{FF2B5EF4-FFF2-40B4-BE49-F238E27FC236}">
                <a16:creationId xmlns:a16="http://schemas.microsoft.com/office/drawing/2014/main" id="{C001D40C-7A5C-58B4-63DA-92B5137401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85441" y="6027143"/>
            <a:ext cx="720000" cy="180000"/>
          </a:xfrm>
          <a:custGeom>
            <a:avLst/>
            <a:gdLst/>
            <a:ahLst/>
            <a:cxnLst/>
            <a:rect l="l" t="t" r="r" b="b"/>
            <a:pathLst>
              <a:path w="713739" h="184785">
                <a:moveTo>
                  <a:pt x="682497" y="0"/>
                </a:moveTo>
                <a:lnTo>
                  <a:pt x="30734" y="0"/>
                </a:lnTo>
                <a:lnTo>
                  <a:pt x="18752" y="2409"/>
                </a:lnTo>
                <a:lnTo>
                  <a:pt x="8985" y="8985"/>
                </a:lnTo>
                <a:lnTo>
                  <a:pt x="2409" y="18752"/>
                </a:lnTo>
                <a:lnTo>
                  <a:pt x="0" y="30733"/>
                </a:lnTo>
                <a:lnTo>
                  <a:pt x="0" y="153670"/>
                </a:lnTo>
                <a:lnTo>
                  <a:pt x="2409" y="165651"/>
                </a:lnTo>
                <a:lnTo>
                  <a:pt x="8985" y="175418"/>
                </a:lnTo>
                <a:lnTo>
                  <a:pt x="18752" y="181994"/>
                </a:lnTo>
                <a:lnTo>
                  <a:pt x="30734" y="184403"/>
                </a:lnTo>
                <a:lnTo>
                  <a:pt x="682497" y="184403"/>
                </a:lnTo>
                <a:lnTo>
                  <a:pt x="694479" y="181994"/>
                </a:lnTo>
                <a:lnTo>
                  <a:pt x="704246" y="175418"/>
                </a:lnTo>
                <a:lnTo>
                  <a:pt x="710822" y="165651"/>
                </a:lnTo>
                <a:lnTo>
                  <a:pt x="713232" y="153670"/>
                </a:lnTo>
                <a:lnTo>
                  <a:pt x="713232" y="30733"/>
                </a:lnTo>
                <a:lnTo>
                  <a:pt x="710822" y="18752"/>
                </a:lnTo>
                <a:lnTo>
                  <a:pt x="704246" y="8985"/>
                </a:lnTo>
                <a:lnTo>
                  <a:pt x="694479" y="2409"/>
                </a:lnTo>
                <a:lnTo>
                  <a:pt x="6824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algn="ctr"/>
            <a:r>
              <a:rPr lang="tr-TR" sz="1100" dirty="0"/>
              <a:t>%</a:t>
            </a:r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4" name="object 106">
            <a:extLst>
              <a:ext uri="{FF2B5EF4-FFF2-40B4-BE49-F238E27FC236}">
                <a16:creationId xmlns:a16="http://schemas.microsoft.com/office/drawing/2014/main" id="{79F2FE29-5F36-43E2-198D-76F389D98A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6340" y="3700156"/>
            <a:ext cx="720000" cy="180000"/>
          </a:xfrm>
          <a:custGeom>
            <a:avLst/>
            <a:gdLst/>
            <a:ahLst/>
            <a:cxnLst/>
            <a:rect l="l" t="t" r="r" b="b"/>
            <a:pathLst>
              <a:path w="713739" h="184785">
                <a:moveTo>
                  <a:pt x="682497" y="0"/>
                </a:moveTo>
                <a:lnTo>
                  <a:pt x="30734" y="0"/>
                </a:lnTo>
                <a:lnTo>
                  <a:pt x="18752" y="2409"/>
                </a:lnTo>
                <a:lnTo>
                  <a:pt x="8985" y="8985"/>
                </a:lnTo>
                <a:lnTo>
                  <a:pt x="2409" y="18752"/>
                </a:lnTo>
                <a:lnTo>
                  <a:pt x="0" y="30733"/>
                </a:lnTo>
                <a:lnTo>
                  <a:pt x="0" y="153670"/>
                </a:lnTo>
                <a:lnTo>
                  <a:pt x="2409" y="165651"/>
                </a:lnTo>
                <a:lnTo>
                  <a:pt x="8985" y="175418"/>
                </a:lnTo>
                <a:lnTo>
                  <a:pt x="18752" y="181994"/>
                </a:lnTo>
                <a:lnTo>
                  <a:pt x="30734" y="184403"/>
                </a:lnTo>
                <a:lnTo>
                  <a:pt x="682497" y="184403"/>
                </a:lnTo>
                <a:lnTo>
                  <a:pt x="694479" y="181994"/>
                </a:lnTo>
                <a:lnTo>
                  <a:pt x="704246" y="175418"/>
                </a:lnTo>
                <a:lnTo>
                  <a:pt x="710822" y="165651"/>
                </a:lnTo>
                <a:lnTo>
                  <a:pt x="713232" y="153670"/>
                </a:lnTo>
                <a:lnTo>
                  <a:pt x="713232" y="30733"/>
                </a:lnTo>
                <a:lnTo>
                  <a:pt x="710822" y="18752"/>
                </a:lnTo>
                <a:lnTo>
                  <a:pt x="704246" y="8985"/>
                </a:lnTo>
                <a:lnTo>
                  <a:pt x="694479" y="2409"/>
                </a:lnTo>
                <a:lnTo>
                  <a:pt x="6824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 anchor="ctr"/>
          <a:lstStyle/>
          <a:p>
            <a:pPr algn="ctr"/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0" name="object 17">
            <a:extLst>
              <a:ext uri="{FF2B5EF4-FFF2-40B4-BE49-F238E27FC236}">
                <a16:creationId xmlns:a16="http://schemas.microsoft.com/office/drawing/2014/main" id="{9135834C-0C2E-60DE-D5FD-A17CBB7A3E9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3860" y="3629535"/>
            <a:ext cx="92597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tr-TR" sz="1000" b="1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 Katı </a:t>
            </a:r>
            <a:r>
              <a:rPr sz="1000" b="1" spc="-10" dirty="0" err="1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Yolcu</a:t>
            </a:r>
            <a:r>
              <a:rPr lang="tr-TR" sz="1000" b="1" spc="-10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Sayıları</a:t>
            </a:r>
            <a:endParaRPr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1" name="object 17">
            <a:extLst>
              <a:ext uri="{FF2B5EF4-FFF2-40B4-BE49-F238E27FC236}">
                <a16:creationId xmlns:a16="http://schemas.microsoft.com/office/drawing/2014/main" id="{6F318BB6-F301-BC83-AD9F-466078CCE64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7852" y="3994815"/>
            <a:ext cx="118939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tr-TR" sz="1000" b="1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İç-Dış Transfer</a:t>
            </a:r>
            <a:r>
              <a:rPr sz="1000" b="1" spc="-25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b="1" spc="-10" dirty="0" err="1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Yolcu</a:t>
            </a:r>
            <a:r>
              <a:rPr lang="tr-TR" sz="1000" b="1" spc="-10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Sayıları</a:t>
            </a:r>
            <a:endParaRPr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9089A07-3631-19BD-0450-39E17510A1B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05347" y="6727628"/>
            <a:ext cx="1889252" cy="233683"/>
            <a:chOff x="852960" y="6727628"/>
            <a:chExt cx="1889252" cy="233683"/>
          </a:xfrm>
        </p:grpSpPr>
        <p:sp>
          <p:nvSpPr>
            <p:cNvPr id="3" name="object 3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52960" y="6727628"/>
              <a:ext cx="1889252" cy="19749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200" b="1" spc="-25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KAYIP </a:t>
              </a:r>
              <a:r>
                <a:rPr sz="1200" b="1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&amp;</a:t>
              </a:r>
              <a:r>
                <a:rPr sz="1200" b="1" spc="-35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sz="1200" b="1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BULUNTU</a:t>
              </a:r>
              <a:r>
                <a:rPr sz="1200" b="1" spc="-25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sz="1200" b="1" spc="-20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EŞYA</a:t>
              </a:r>
              <a:endParaRPr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25" name="object 23">
              <a:extLst>
                <a:ext uri="{FF2B5EF4-FFF2-40B4-BE49-F238E27FC236}">
                  <a16:creationId xmlns:a16="http://schemas.microsoft.com/office/drawing/2014/main" id="{4AA436B5-84BE-12BE-1BE0-3A29B5DCDC4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V="1">
              <a:off x="852960" y="6912035"/>
              <a:ext cx="1889252" cy="49276"/>
            </a:xfrm>
            <a:custGeom>
              <a:avLst/>
              <a:gdLst/>
              <a:ahLst/>
              <a:cxnLst/>
              <a:rect l="l" t="t" r="r" b="b"/>
              <a:pathLst>
                <a:path w="3960495">
                  <a:moveTo>
                    <a:pt x="0" y="0"/>
                  </a:moveTo>
                  <a:lnTo>
                    <a:pt x="3959987" y="0"/>
                  </a:lnTo>
                </a:path>
              </a:pathLst>
            </a:custGeom>
            <a:ln w="12192">
              <a:solidFill>
                <a:srgbClr val="2199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6" name="object 5">
            <a:extLst>
              <a:ext uri="{FF2B5EF4-FFF2-40B4-BE49-F238E27FC236}">
                <a16:creationId xmlns:a16="http://schemas.microsoft.com/office/drawing/2014/main" id="{DC39F46D-A54C-DEFC-8F56-605D2AF641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44590" y="7235371"/>
            <a:ext cx="983388" cy="1862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lang="tr-TR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HİZMET SAYISI</a:t>
            </a:r>
            <a:endParaRPr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3" name="object 9">
            <a:extLst>
              <a:ext uri="{FF2B5EF4-FFF2-40B4-BE49-F238E27FC236}">
                <a16:creationId xmlns:a16="http://schemas.microsoft.com/office/drawing/2014/main" id="{FEEC992A-898D-5456-1098-7D8AE7128A6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82000" y="6727628"/>
            <a:ext cx="147618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tr-TR" sz="1200" b="1" spc="-10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ÇAĞRI MERKEZİ</a:t>
            </a:r>
            <a:endParaRPr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4" name="object 9">
            <a:extLst>
              <a:ext uri="{FF2B5EF4-FFF2-40B4-BE49-F238E27FC236}">
                <a16:creationId xmlns:a16="http://schemas.microsoft.com/office/drawing/2014/main" id="{9EBFC0C9-F8D6-C583-7C75-83ADE442B65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349243" y="6727628"/>
            <a:ext cx="10668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tr-TR" sz="1200" b="1" spc="-10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 KIOSK</a:t>
            </a:r>
            <a:endParaRPr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8" name="object 5">
            <a:extLst>
              <a:ext uri="{FF2B5EF4-FFF2-40B4-BE49-F238E27FC236}">
                <a16:creationId xmlns:a16="http://schemas.microsoft.com/office/drawing/2014/main" id="{0BD2BBD2-1E19-4930-C55E-7380A661E94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171282" y="7235371"/>
            <a:ext cx="983388" cy="1862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lang="tr-TR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HİZMET SAYISI</a:t>
            </a:r>
            <a:endParaRPr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2" name="object 5">
            <a:extLst>
              <a:ext uri="{FF2B5EF4-FFF2-40B4-BE49-F238E27FC236}">
                <a16:creationId xmlns:a16="http://schemas.microsoft.com/office/drawing/2014/main" id="{A7273FF9-5D8F-EAB1-9E48-17E7F882C83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43600" y="7235371"/>
            <a:ext cx="983388" cy="1862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lang="tr-TR"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HİZMET SAYISI</a:t>
            </a:r>
            <a:endParaRPr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4" name="object 130">
            <a:extLst>
              <a:ext uri="{FF2B5EF4-FFF2-40B4-BE49-F238E27FC236}">
                <a16:creationId xmlns:a16="http://schemas.microsoft.com/office/drawing/2014/main" id="{6D2BDFBA-007E-A425-3146-75B6CE59C9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186000" y="7259483"/>
            <a:ext cx="720000" cy="180000"/>
          </a:xfrm>
          <a:custGeom>
            <a:avLst/>
            <a:gdLst/>
            <a:ahLst/>
            <a:cxnLst/>
            <a:rect l="l" t="t" r="r" b="b"/>
            <a:pathLst>
              <a:path w="622300" h="182879">
                <a:moveTo>
                  <a:pt x="591312" y="0"/>
                </a:moveTo>
                <a:lnTo>
                  <a:pt x="30480" y="0"/>
                </a:lnTo>
                <a:lnTo>
                  <a:pt x="18591" y="2387"/>
                </a:lnTo>
                <a:lnTo>
                  <a:pt x="8905" y="8905"/>
                </a:lnTo>
                <a:lnTo>
                  <a:pt x="2387" y="18591"/>
                </a:lnTo>
                <a:lnTo>
                  <a:pt x="0" y="30480"/>
                </a:lnTo>
                <a:lnTo>
                  <a:pt x="0" y="152400"/>
                </a:lnTo>
                <a:lnTo>
                  <a:pt x="2387" y="164288"/>
                </a:lnTo>
                <a:lnTo>
                  <a:pt x="8905" y="173974"/>
                </a:lnTo>
                <a:lnTo>
                  <a:pt x="18591" y="180492"/>
                </a:lnTo>
                <a:lnTo>
                  <a:pt x="30480" y="182880"/>
                </a:lnTo>
                <a:lnTo>
                  <a:pt x="591312" y="182880"/>
                </a:lnTo>
                <a:lnTo>
                  <a:pt x="603200" y="180492"/>
                </a:lnTo>
                <a:lnTo>
                  <a:pt x="612886" y="173974"/>
                </a:lnTo>
                <a:lnTo>
                  <a:pt x="619404" y="164288"/>
                </a:lnTo>
                <a:lnTo>
                  <a:pt x="621792" y="152400"/>
                </a:lnTo>
                <a:lnTo>
                  <a:pt x="621792" y="30480"/>
                </a:lnTo>
                <a:lnTo>
                  <a:pt x="619404" y="18591"/>
                </a:lnTo>
                <a:lnTo>
                  <a:pt x="612886" y="8905"/>
                </a:lnTo>
                <a:lnTo>
                  <a:pt x="603200" y="2387"/>
                </a:lnTo>
                <a:lnTo>
                  <a:pt x="5913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algn="ctr"/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1" name="object 130">
            <a:extLst>
              <a:ext uri="{FF2B5EF4-FFF2-40B4-BE49-F238E27FC236}">
                <a16:creationId xmlns:a16="http://schemas.microsoft.com/office/drawing/2014/main" id="{D163DD23-D8B9-4C3C-42F1-B4E36A101D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10400" y="7259483"/>
            <a:ext cx="720000" cy="180000"/>
          </a:xfrm>
          <a:custGeom>
            <a:avLst/>
            <a:gdLst/>
            <a:ahLst/>
            <a:cxnLst/>
            <a:rect l="l" t="t" r="r" b="b"/>
            <a:pathLst>
              <a:path w="622300" h="182879">
                <a:moveTo>
                  <a:pt x="591312" y="0"/>
                </a:moveTo>
                <a:lnTo>
                  <a:pt x="30480" y="0"/>
                </a:lnTo>
                <a:lnTo>
                  <a:pt x="18591" y="2387"/>
                </a:lnTo>
                <a:lnTo>
                  <a:pt x="8905" y="8905"/>
                </a:lnTo>
                <a:lnTo>
                  <a:pt x="2387" y="18591"/>
                </a:lnTo>
                <a:lnTo>
                  <a:pt x="0" y="30480"/>
                </a:lnTo>
                <a:lnTo>
                  <a:pt x="0" y="152400"/>
                </a:lnTo>
                <a:lnTo>
                  <a:pt x="2387" y="164288"/>
                </a:lnTo>
                <a:lnTo>
                  <a:pt x="8905" y="173974"/>
                </a:lnTo>
                <a:lnTo>
                  <a:pt x="18591" y="180492"/>
                </a:lnTo>
                <a:lnTo>
                  <a:pt x="30480" y="182880"/>
                </a:lnTo>
                <a:lnTo>
                  <a:pt x="591312" y="182880"/>
                </a:lnTo>
                <a:lnTo>
                  <a:pt x="603200" y="180492"/>
                </a:lnTo>
                <a:lnTo>
                  <a:pt x="612886" y="173974"/>
                </a:lnTo>
                <a:lnTo>
                  <a:pt x="619404" y="164288"/>
                </a:lnTo>
                <a:lnTo>
                  <a:pt x="621792" y="152400"/>
                </a:lnTo>
                <a:lnTo>
                  <a:pt x="621792" y="30480"/>
                </a:lnTo>
                <a:lnTo>
                  <a:pt x="619404" y="18591"/>
                </a:lnTo>
                <a:lnTo>
                  <a:pt x="612886" y="8905"/>
                </a:lnTo>
                <a:lnTo>
                  <a:pt x="603200" y="2387"/>
                </a:lnTo>
                <a:lnTo>
                  <a:pt x="5913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algn="ctr"/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8" name="object 130">
            <a:extLst>
              <a:ext uri="{FF2B5EF4-FFF2-40B4-BE49-F238E27FC236}">
                <a16:creationId xmlns:a16="http://schemas.microsoft.com/office/drawing/2014/main" id="{1C66B47F-29E5-76E1-566D-890F2A62A6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90200" y="7259483"/>
            <a:ext cx="720000" cy="180000"/>
          </a:xfrm>
          <a:custGeom>
            <a:avLst/>
            <a:gdLst/>
            <a:ahLst/>
            <a:cxnLst/>
            <a:rect l="l" t="t" r="r" b="b"/>
            <a:pathLst>
              <a:path w="622300" h="182879">
                <a:moveTo>
                  <a:pt x="591312" y="0"/>
                </a:moveTo>
                <a:lnTo>
                  <a:pt x="30480" y="0"/>
                </a:lnTo>
                <a:lnTo>
                  <a:pt x="18591" y="2387"/>
                </a:lnTo>
                <a:lnTo>
                  <a:pt x="8905" y="8905"/>
                </a:lnTo>
                <a:lnTo>
                  <a:pt x="2387" y="18591"/>
                </a:lnTo>
                <a:lnTo>
                  <a:pt x="0" y="30480"/>
                </a:lnTo>
                <a:lnTo>
                  <a:pt x="0" y="152400"/>
                </a:lnTo>
                <a:lnTo>
                  <a:pt x="2387" y="164288"/>
                </a:lnTo>
                <a:lnTo>
                  <a:pt x="8905" y="173974"/>
                </a:lnTo>
                <a:lnTo>
                  <a:pt x="18591" y="180492"/>
                </a:lnTo>
                <a:lnTo>
                  <a:pt x="30480" y="182880"/>
                </a:lnTo>
                <a:lnTo>
                  <a:pt x="591312" y="182880"/>
                </a:lnTo>
                <a:lnTo>
                  <a:pt x="603200" y="180492"/>
                </a:lnTo>
                <a:lnTo>
                  <a:pt x="612886" y="173974"/>
                </a:lnTo>
                <a:lnTo>
                  <a:pt x="619404" y="164288"/>
                </a:lnTo>
                <a:lnTo>
                  <a:pt x="621792" y="152400"/>
                </a:lnTo>
                <a:lnTo>
                  <a:pt x="621792" y="30480"/>
                </a:lnTo>
                <a:lnTo>
                  <a:pt x="619404" y="18591"/>
                </a:lnTo>
                <a:lnTo>
                  <a:pt x="612886" y="8905"/>
                </a:lnTo>
                <a:lnTo>
                  <a:pt x="603200" y="2387"/>
                </a:lnTo>
                <a:lnTo>
                  <a:pt x="5913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algn="ctr"/>
            <a:endParaRPr sz="1100" dirty="0"/>
          </a:p>
        </p:txBody>
      </p:sp>
      <p:sp>
        <p:nvSpPr>
          <p:cNvPr id="18" name="object 18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49884" y="7021220"/>
            <a:ext cx="1483995" cy="568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Buluntu</a:t>
            </a:r>
            <a:r>
              <a:rPr sz="100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Eşya</a:t>
            </a:r>
            <a:r>
              <a:rPr sz="1000" spc="-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Sayısı </a:t>
            </a:r>
            <a:r>
              <a:rPr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Teslim</a:t>
            </a:r>
            <a:r>
              <a:rPr sz="1000" spc="-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Edilen</a:t>
            </a:r>
            <a:r>
              <a:rPr sz="1000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Eşya</a:t>
            </a:r>
            <a:r>
              <a:rPr sz="10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Sayısı </a:t>
            </a:r>
            <a:r>
              <a:rPr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İmha</a:t>
            </a:r>
            <a:r>
              <a:rPr sz="1000" spc="-6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Edilen</a:t>
            </a:r>
            <a:r>
              <a:rPr sz="1000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Eşya</a:t>
            </a:r>
            <a:r>
              <a:rPr sz="10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Sayısı</a:t>
            </a:r>
            <a:endParaRPr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0" name="object 13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30062" y="7036307"/>
            <a:ext cx="720000" cy="180000"/>
          </a:xfrm>
          <a:custGeom>
            <a:avLst/>
            <a:gdLst/>
            <a:ahLst/>
            <a:cxnLst/>
            <a:rect l="l" t="t" r="r" b="b"/>
            <a:pathLst>
              <a:path w="622300" h="182879">
                <a:moveTo>
                  <a:pt x="591312" y="0"/>
                </a:moveTo>
                <a:lnTo>
                  <a:pt x="30480" y="0"/>
                </a:lnTo>
                <a:lnTo>
                  <a:pt x="18591" y="2387"/>
                </a:lnTo>
                <a:lnTo>
                  <a:pt x="8905" y="8905"/>
                </a:lnTo>
                <a:lnTo>
                  <a:pt x="2387" y="18591"/>
                </a:lnTo>
                <a:lnTo>
                  <a:pt x="0" y="30480"/>
                </a:lnTo>
                <a:lnTo>
                  <a:pt x="0" y="152400"/>
                </a:lnTo>
                <a:lnTo>
                  <a:pt x="2387" y="164288"/>
                </a:lnTo>
                <a:lnTo>
                  <a:pt x="8905" y="173974"/>
                </a:lnTo>
                <a:lnTo>
                  <a:pt x="18591" y="180492"/>
                </a:lnTo>
                <a:lnTo>
                  <a:pt x="30480" y="182880"/>
                </a:lnTo>
                <a:lnTo>
                  <a:pt x="591312" y="182880"/>
                </a:lnTo>
                <a:lnTo>
                  <a:pt x="603200" y="180492"/>
                </a:lnTo>
                <a:lnTo>
                  <a:pt x="612886" y="173974"/>
                </a:lnTo>
                <a:lnTo>
                  <a:pt x="619404" y="164288"/>
                </a:lnTo>
                <a:lnTo>
                  <a:pt x="621792" y="152400"/>
                </a:lnTo>
                <a:lnTo>
                  <a:pt x="621792" y="30480"/>
                </a:lnTo>
                <a:lnTo>
                  <a:pt x="619404" y="18591"/>
                </a:lnTo>
                <a:lnTo>
                  <a:pt x="612886" y="8905"/>
                </a:lnTo>
                <a:lnTo>
                  <a:pt x="603200" y="2387"/>
                </a:lnTo>
                <a:lnTo>
                  <a:pt x="5913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algn="ctr"/>
            <a:endParaRPr sz="1100" dirty="0"/>
          </a:p>
        </p:txBody>
      </p:sp>
      <p:sp>
        <p:nvSpPr>
          <p:cNvPr id="179" name="object 130">
            <a:extLst>
              <a:ext uri="{FF2B5EF4-FFF2-40B4-BE49-F238E27FC236}">
                <a16:creationId xmlns:a16="http://schemas.microsoft.com/office/drawing/2014/main" id="{F4BBD3E4-E051-F25C-944E-D35556B3AE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30062" y="7254167"/>
            <a:ext cx="720000" cy="180000"/>
          </a:xfrm>
          <a:custGeom>
            <a:avLst/>
            <a:gdLst/>
            <a:ahLst/>
            <a:cxnLst/>
            <a:rect l="l" t="t" r="r" b="b"/>
            <a:pathLst>
              <a:path w="622300" h="182879">
                <a:moveTo>
                  <a:pt x="591312" y="0"/>
                </a:moveTo>
                <a:lnTo>
                  <a:pt x="30480" y="0"/>
                </a:lnTo>
                <a:lnTo>
                  <a:pt x="18591" y="2387"/>
                </a:lnTo>
                <a:lnTo>
                  <a:pt x="8905" y="8905"/>
                </a:lnTo>
                <a:lnTo>
                  <a:pt x="2387" y="18591"/>
                </a:lnTo>
                <a:lnTo>
                  <a:pt x="0" y="30480"/>
                </a:lnTo>
                <a:lnTo>
                  <a:pt x="0" y="152400"/>
                </a:lnTo>
                <a:lnTo>
                  <a:pt x="2387" y="164288"/>
                </a:lnTo>
                <a:lnTo>
                  <a:pt x="8905" y="173974"/>
                </a:lnTo>
                <a:lnTo>
                  <a:pt x="18591" y="180492"/>
                </a:lnTo>
                <a:lnTo>
                  <a:pt x="30480" y="182880"/>
                </a:lnTo>
                <a:lnTo>
                  <a:pt x="591312" y="182880"/>
                </a:lnTo>
                <a:lnTo>
                  <a:pt x="603200" y="180492"/>
                </a:lnTo>
                <a:lnTo>
                  <a:pt x="612886" y="173974"/>
                </a:lnTo>
                <a:lnTo>
                  <a:pt x="619404" y="164288"/>
                </a:lnTo>
                <a:lnTo>
                  <a:pt x="621792" y="152400"/>
                </a:lnTo>
                <a:lnTo>
                  <a:pt x="621792" y="30480"/>
                </a:lnTo>
                <a:lnTo>
                  <a:pt x="619404" y="18591"/>
                </a:lnTo>
                <a:lnTo>
                  <a:pt x="612886" y="8905"/>
                </a:lnTo>
                <a:lnTo>
                  <a:pt x="603200" y="2387"/>
                </a:lnTo>
                <a:lnTo>
                  <a:pt x="5913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algn="ctr"/>
            <a:endParaRPr sz="1100" dirty="0"/>
          </a:p>
        </p:txBody>
      </p:sp>
      <p:sp>
        <p:nvSpPr>
          <p:cNvPr id="180" name="object 130">
            <a:extLst>
              <a:ext uri="{FF2B5EF4-FFF2-40B4-BE49-F238E27FC236}">
                <a16:creationId xmlns:a16="http://schemas.microsoft.com/office/drawing/2014/main" id="{A718D740-C126-FFBA-EA6A-0FEFC477EA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30062" y="7472027"/>
            <a:ext cx="720000" cy="180000"/>
          </a:xfrm>
          <a:custGeom>
            <a:avLst/>
            <a:gdLst/>
            <a:ahLst/>
            <a:cxnLst/>
            <a:rect l="l" t="t" r="r" b="b"/>
            <a:pathLst>
              <a:path w="622300" h="182879">
                <a:moveTo>
                  <a:pt x="591312" y="0"/>
                </a:moveTo>
                <a:lnTo>
                  <a:pt x="30480" y="0"/>
                </a:lnTo>
                <a:lnTo>
                  <a:pt x="18591" y="2387"/>
                </a:lnTo>
                <a:lnTo>
                  <a:pt x="8905" y="8905"/>
                </a:lnTo>
                <a:lnTo>
                  <a:pt x="2387" y="18591"/>
                </a:lnTo>
                <a:lnTo>
                  <a:pt x="0" y="30480"/>
                </a:lnTo>
                <a:lnTo>
                  <a:pt x="0" y="152400"/>
                </a:lnTo>
                <a:lnTo>
                  <a:pt x="2387" y="164288"/>
                </a:lnTo>
                <a:lnTo>
                  <a:pt x="8905" y="173974"/>
                </a:lnTo>
                <a:lnTo>
                  <a:pt x="18591" y="180492"/>
                </a:lnTo>
                <a:lnTo>
                  <a:pt x="30480" y="182880"/>
                </a:lnTo>
                <a:lnTo>
                  <a:pt x="591312" y="182880"/>
                </a:lnTo>
                <a:lnTo>
                  <a:pt x="603200" y="180492"/>
                </a:lnTo>
                <a:lnTo>
                  <a:pt x="612886" y="173974"/>
                </a:lnTo>
                <a:lnTo>
                  <a:pt x="619404" y="164288"/>
                </a:lnTo>
                <a:lnTo>
                  <a:pt x="621792" y="152400"/>
                </a:lnTo>
                <a:lnTo>
                  <a:pt x="621792" y="30480"/>
                </a:lnTo>
                <a:lnTo>
                  <a:pt x="619404" y="18591"/>
                </a:lnTo>
                <a:lnTo>
                  <a:pt x="612886" y="8905"/>
                </a:lnTo>
                <a:lnTo>
                  <a:pt x="603200" y="2387"/>
                </a:lnTo>
                <a:lnTo>
                  <a:pt x="5913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algn="ctr"/>
            <a:endParaRPr sz="1100" dirty="0"/>
          </a:p>
        </p:txBody>
      </p:sp>
      <p:sp>
        <p:nvSpPr>
          <p:cNvPr id="181" name="object 23">
            <a:extLst>
              <a:ext uri="{FF2B5EF4-FFF2-40B4-BE49-F238E27FC236}">
                <a16:creationId xmlns:a16="http://schemas.microsoft.com/office/drawing/2014/main" id="{8ACF52D1-AB08-FF4E-5099-78284E40F7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895328" y="6912035"/>
            <a:ext cx="1440000" cy="49276"/>
          </a:xfrm>
          <a:custGeom>
            <a:avLst/>
            <a:gdLst/>
            <a:ahLst/>
            <a:cxnLst/>
            <a:rect l="l" t="t" r="r" b="b"/>
            <a:pathLst>
              <a:path w="3960495">
                <a:moveTo>
                  <a:pt x="0" y="0"/>
                </a:moveTo>
                <a:lnTo>
                  <a:pt x="3959987" y="0"/>
                </a:lnTo>
              </a:path>
            </a:pathLst>
          </a:custGeom>
          <a:ln w="12192">
            <a:solidFill>
              <a:srgbClr val="2199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23">
            <a:extLst>
              <a:ext uri="{FF2B5EF4-FFF2-40B4-BE49-F238E27FC236}">
                <a16:creationId xmlns:a16="http://schemas.microsoft.com/office/drawing/2014/main" id="{E92BCC69-6CA3-B06C-A3B2-F7301AD3AA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083985" y="6912035"/>
            <a:ext cx="1440000" cy="49276"/>
          </a:xfrm>
          <a:custGeom>
            <a:avLst/>
            <a:gdLst/>
            <a:ahLst/>
            <a:cxnLst/>
            <a:rect l="l" t="t" r="r" b="b"/>
            <a:pathLst>
              <a:path w="3960495">
                <a:moveTo>
                  <a:pt x="0" y="0"/>
                </a:moveTo>
                <a:lnTo>
                  <a:pt x="3959987" y="0"/>
                </a:lnTo>
              </a:path>
            </a:pathLst>
          </a:custGeom>
          <a:ln w="12192">
            <a:solidFill>
              <a:srgbClr val="2199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23">
            <a:extLst>
              <a:ext uri="{FF2B5EF4-FFF2-40B4-BE49-F238E27FC236}">
                <a16:creationId xmlns:a16="http://schemas.microsoft.com/office/drawing/2014/main" id="{37B10587-ABAD-DEFA-728E-F2A7A50B1B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305800" y="6912035"/>
            <a:ext cx="1440000" cy="49276"/>
          </a:xfrm>
          <a:custGeom>
            <a:avLst/>
            <a:gdLst/>
            <a:ahLst/>
            <a:cxnLst/>
            <a:rect l="l" t="t" r="r" b="b"/>
            <a:pathLst>
              <a:path w="3960495">
                <a:moveTo>
                  <a:pt x="0" y="0"/>
                </a:moveTo>
                <a:lnTo>
                  <a:pt x="3959987" y="0"/>
                </a:lnTo>
              </a:path>
            </a:pathLst>
          </a:custGeom>
          <a:ln w="12192">
            <a:solidFill>
              <a:srgbClr val="2199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2">
            <a:extLst>
              <a:ext uri="{FF2B5EF4-FFF2-40B4-BE49-F238E27FC236}">
                <a16:creationId xmlns:a16="http://schemas.microsoft.com/office/drawing/2014/main" id="{D498D4F4-5D38-A050-B408-0E8D128892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869159" y="9432661"/>
            <a:ext cx="2320082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lang="tr-TR" sz="1200" b="1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OPERASYONEL FAALİYETLER</a:t>
            </a:r>
            <a:endParaRPr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6" name="object 23">
            <a:extLst>
              <a:ext uri="{FF2B5EF4-FFF2-40B4-BE49-F238E27FC236}">
                <a16:creationId xmlns:a16="http://schemas.microsoft.com/office/drawing/2014/main" id="{D8ADFA7C-C2B1-AC34-32BF-CC8A2E735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868200" y="9584559"/>
            <a:ext cx="2322000" cy="49276"/>
          </a:xfrm>
          <a:custGeom>
            <a:avLst/>
            <a:gdLst/>
            <a:ahLst/>
            <a:cxnLst/>
            <a:rect l="l" t="t" r="r" b="b"/>
            <a:pathLst>
              <a:path w="3960495">
                <a:moveTo>
                  <a:pt x="0" y="0"/>
                </a:moveTo>
                <a:lnTo>
                  <a:pt x="3959987" y="0"/>
                </a:lnTo>
              </a:path>
            </a:pathLst>
          </a:custGeom>
          <a:ln w="12192">
            <a:solidFill>
              <a:srgbClr val="2199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50" name="Picture 26" descr="Call center agent Generic Blue icon | Freepik">
            <a:extLst>
              <a:ext uri="{FF2B5EF4-FFF2-40B4-BE49-F238E27FC236}">
                <a16:creationId xmlns:a16="http://schemas.microsoft.com/office/drawing/2014/main" id="{EF730FAC-334A-775D-B8E1-DFACD030D12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838" y="6604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25" name="object 30">
            <a:extLst>
              <a:ext uri="{FF2B5EF4-FFF2-40B4-BE49-F238E27FC236}">
                <a16:creationId xmlns:a16="http://schemas.microsoft.com/office/drawing/2014/main" id="{3926AFC3-0004-976F-EF49-1793C6F4248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680075" y="6705600"/>
            <a:ext cx="360000" cy="360000"/>
            <a:chOff x="281019" y="9078999"/>
            <a:chExt cx="274955" cy="275590"/>
          </a:xfrm>
        </p:grpSpPr>
        <p:sp>
          <p:nvSpPr>
            <p:cNvPr id="1027" name="object 31">
              <a:extLst>
                <a:ext uri="{FF2B5EF4-FFF2-40B4-BE49-F238E27FC236}">
                  <a16:creationId xmlns:a16="http://schemas.microsoft.com/office/drawing/2014/main" id="{5893C7CC-E0DB-762A-C5CF-719E2446C8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1019" y="9078999"/>
              <a:ext cx="274955" cy="275590"/>
            </a:xfrm>
            <a:custGeom>
              <a:avLst/>
              <a:gdLst/>
              <a:ahLst/>
              <a:cxnLst/>
              <a:rect l="l" t="t" r="r" b="b"/>
              <a:pathLst>
                <a:path w="274955" h="275590">
                  <a:moveTo>
                    <a:pt x="137424" y="0"/>
                  </a:moveTo>
                  <a:lnTo>
                    <a:pt x="94074" y="7053"/>
                  </a:lnTo>
                  <a:lnTo>
                    <a:pt x="56374" y="26604"/>
                  </a:lnTo>
                  <a:lnTo>
                    <a:pt x="26591" y="56401"/>
                  </a:lnTo>
                  <a:lnTo>
                    <a:pt x="7048" y="94085"/>
                  </a:lnTo>
                  <a:lnTo>
                    <a:pt x="0" y="137356"/>
                  </a:lnTo>
                  <a:lnTo>
                    <a:pt x="67" y="137980"/>
                  </a:lnTo>
                  <a:lnTo>
                    <a:pt x="6972" y="180852"/>
                  </a:lnTo>
                  <a:lnTo>
                    <a:pt x="26525" y="218613"/>
                  </a:lnTo>
                  <a:lnTo>
                    <a:pt x="56340" y="248438"/>
                  </a:lnTo>
                  <a:lnTo>
                    <a:pt x="94114" y="268021"/>
                  </a:lnTo>
                  <a:lnTo>
                    <a:pt x="137545" y="275058"/>
                  </a:lnTo>
                  <a:lnTo>
                    <a:pt x="180884" y="268021"/>
                  </a:lnTo>
                  <a:lnTo>
                    <a:pt x="204703" y="255669"/>
                  </a:lnTo>
                  <a:lnTo>
                    <a:pt x="136940" y="255669"/>
                  </a:lnTo>
                  <a:lnTo>
                    <a:pt x="91116" y="246177"/>
                  </a:lnTo>
                  <a:lnTo>
                    <a:pt x="53740" y="220776"/>
                  </a:lnTo>
                  <a:lnTo>
                    <a:pt x="28568" y="183243"/>
                  </a:lnTo>
                  <a:lnTo>
                    <a:pt x="19354" y="137356"/>
                  </a:lnTo>
                  <a:lnTo>
                    <a:pt x="28659" y="91576"/>
                  </a:lnTo>
                  <a:lnTo>
                    <a:pt x="54071" y="54048"/>
                  </a:lnTo>
                  <a:lnTo>
                    <a:pt x="91635" y="28671"/>
                  </a:lnTo>
                  <a:lnTo>
                    <a:pt x="137392" y="19343"/>
                  </a:lnTo>
                  <a:lnTo>
                    <a:pt x="204603" y="19343"/>
                  </a:lnTo>
                  <a:lnTo>
                    <a:pt x="180798" y="7003"/>
                  </a:lnTo>
                  <a:lnTo>
                    <a:pt x="137424" y="0"/>
                  </a:lnTo>
                  <a:close/>
                </a:path>
                <a:path w="274955" h="275590">
                  <a:moveTo>
                    <a:pt x="204603" y="19343"/>
                  </a:moveTo>
                  <a:lnTo>
                    <a:pt x="137392" y="19343"/>
                  </a:lnTo>
                  <a:lnTo>
                    <a:pt x="183332" y="28692"/>
                  </a:lnTo>
                  <a:lnTo>
                    <a:pt x="220919" y="54165"/>
                  </a:lnTo>
                  <a:lnTo>
                    <a:pt x="246298" y="91886"/>
                  </a:lnTo>
                  <a:lnTo>
                    <a:pt x="255615" y="137981"/>
                  </a:lnTo>
                  <a:lnTo>
                    <a:pt x="245582" y="184934"/>
                  </a:lnTo>
                  <a:lnTo>
                    <a:pt x="219617" y="222301"/>
                  </a:lnTo>
                  <a:lnTo>
                    <a:pt x="181981" y="246930"/>
                  </a:lnTo>
                  <a:lnTo>
                    <a:pt x="136940" y="255669"/>
                  </a:lnTo>
                  <a:lnTo>
                    <a:pt x="204703" y="255669"/>
                  </a:lnTo>
                  <a:lnTo>
                    <a:pt x="248330" y="218708"/>
                  </a:lnTo>
                  <a:lnTo>
                    <a:pt x="267890" y="180997"/>
                  </a:lnTo>
                  <a:lnTo>
                    <a:pt x="274900" y="137981"/>
                  </a:lnTo>
                  <a:lnTo>
                    <a:pt x="274911" y="137357"/>
                  </a:lnTo>
                  <a:lnTo>
                    <a:pt x="267941" y="94191"/>
                  </a:lnTo>
                  <a:lnTo>
                    <a:pt x="248340" y="56374"/>
                  </a:lnTo>
                  <a:lnTo>
                    <a:pt x="218549" y="26572"/>
                  </a:lnTo>
                  <a:lnTo>
                    <a:pt x="204603" y="19343"/>
                  </a:lnTo>
                  <a:close/>
                </a:path>
              </a:pathLst>
            </a:custGeom>
            <a:solidFill>
              <a:srgbClr val="1E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29" name="object 32">
              <a:extLst>
                <a:ext uri="{FF2B5EF4-FFF2-40B4-BE49-F238E27FC236}">
                  <a16:creationId xmlns:a16="http://schemas.microsoft.com/office/drawing/2014/main" id="{60446615-02DC-1AD9-F73F-2C52612D2520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2499" y="9127796"/>
              <a:ext cx="73219" cy="167651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C29BD22-5164-F098-DFD5-A5A49A08856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266200" y="7772400"/>
            <a:ext cx="5526000" cy="203529"/>
            <a:chOff x="2660033" y="7772400"/>
            <a:chExt cx="5526000" cy="203529"/>
          </a:xfrm>
        </p:grpSpPr>
        <p:sp>
          <p:nvSpPr>
            <p:cNvPr id="184" name="object 23">
              <a:extLst>
                <a:ext uri="{FF2B5EF4-FFF2-40B4-BE49-F238E27FC236}">
                  <a16:creationId xmlns:a16="http://schemas.microsoft.com/office/drawing/2014/main" id="{47EE471B-AFEC-BA24-6A9A-BD87F82336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V="1">
              <a:off x="2660033" y="7926653"/>
              <a:ext cx="5526000" cy="49276"/>
            </a:xfrm>
            <a:custGeom>
              <a:avLst/>
              <a:gdLst/>
              <a:ahLst/>
              <a:cxnLst/>
              <a:rect l="l" t="t" r="r" b="b"/>
              <a:pathLst>
                <a:path w="3960495">
                  <a:moveTo>
                    <a:pt x="0" y="0"/>
                  </a:moveTo>
                  <a:lnTo>
                    <a:pt x="3959987" y="0"/>
                  </a:lnTo>
                </a:path>
              </a:pathLst>
            </a:custGeom>
            <a:ln w="12192">
              <a:solidFill>
                <a:srgbClr val="2199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1" name="object 12">
              <a:extLst>
                <a:ext uri="{FF2B5EF4-FFF2-40B4-BE49-F238E27FC236}">
                  <a16:creationId xmlns:a16="http://schemas.microsoft.com/office/drawing/2014/main" id="{A1072E3A-A6A7-9798-BF53-8CD28F3436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660202" y="7772400"/>
              <a:ext cx="5525662" cy="19749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 algn="ctr">
                <a:lnSpc>
                  <a:spcPct val="100000"/>
                </a:lnSpc>
                <a:spcBef>
                  <a:spcPts val="100"/>
                </a:spcBef>
              </a:pPr>
              <a:r>
                <a:rPr lang="tr-TR" sz="1200" b="1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TERMİNAL OPERASYON EKİBİ TARAFINDAN AÇILAN ARIZA KAYITLARI</a:t>
              </a:r>
              <a:endParaRPr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83" name="object 41"/>
          <p:cNvGrpSpPr>
            <a:grpSpLocks noGrp="1" noUngrp="1" noRot="1" noMove="1" noResize="1"/>
          </p:cNvGrpSpPr>
          <p:nvPr/>
        </p:nvGrpSpPr>
        <p:grpSpPr>
          <a:xfrm>
            <a:off x="9379208" y="1517400"/>
            <a:ext cx="540000" cy="540000"/>
            <a:chOff x="4973573" y="4847844"/>
            <a:chExt cx="425450" cy="408940"/>
          </a:xfrm>
        </p:grpSpPr>
        <p:sp>
          <p:nvSpPr>
            <p:cNvPr id="84" name="object 4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29783" y="4968240"/>
              <a:ext cx="113030" cy="281940"/>
            </a:xfrm>
            <a:custGeom>
              <a:avLst/>
              <a:gdLst/>
              <a:ahLst/>
              <a:cxnLst/>
              <a:rect l="l" t="t" r="r" b="b"/>
              <a:pathLst>
                <a:path w="113029" h="281939">
                  <a:moveTo>
                    <a:pt x="56387" y="0"/>
                  </a:moveTo>
                  <a:lnTo>
                    <a:pt x="48162" y="1668"/>
                  </a:lnTo>
                  <a:lnTo>
                    <a:pt x="41449" y="6207"/>
                  </a:lnTo>
                  <a:lnTo>
                    <a:pt x="36903" y="12912"/>
                  </a:lnTo>
                  <a:lnTo>
                    <a:pt x="35178" y="21081"/>
                  </a:lnTo>
                  <a:lnTo>
                    <a:pt x="36849" y="29325"/>
                  </a:lnTo>
                  <a:lnTo>
                    <a:pt x="41401" y="36067"/>
                  </a:lnTo>
                  <a:lnTo>
                    <a:pt x="48144" y="40620"/>
                  </a:lnTo>
                  <a:lnTo>
                    <a:pt x="56387" y="42290"/>
                  </a:lnTo>
                  <a:lnTo>
                    <a:pt x="64611" y="40620"/>
                  </a:lnTo>
                  <a:lnTo>
                    <a:pt x="71310" y="36067"/>
                  </a:lnTo>
                  <a:lnTo>
                    <a:pt x="75818" y="29325"/>
                  </a:lnTo>
                  <a:lnTo>
                    <a:pt x="77469" y="21081"/>
                  </a:lnTo>
                  <a:lnTo>
                    <a:pt x="75818" y="12912"/>
                  </a:lnTo>
                  <a:lnTo>
                    <a:pt x="71310" y="6207"/>
                  </a:lnTo>
                  <a:lnTo>
                    <a:pt x="64611" y="1668"/>
                  </a:lnTo>
                  <a:lnTo>
                    <a:pt x="56387" y="0"/>
                  </a:lnTo>
                  <a:close/>
                </a:path>
                <a:path w="113029" h="281939">
                  <a:moveTo>
                    <a:pt x="87756" y="77469"/>
                  </a:moveTo>
                  <a:lnTo>
                    <a:pt x="25018" y="77469"/>
                  </a:lnTo>
                  <a:lnTo>
                    <a:pt x="28193" y="80644"/>
                  </a:lnTo>
                  <a:lnTo>
                    <a:pt x="28088" y="164464"/>
                  </a:lnTo>
                  <a:lnTo>
                    <a:pt x="21589" y="281939"/>
                  </a:lnTo>
                  <a:lnTo>
                    <a:pt x="36067" y="281939"/>
                  </a:lnTo>
                  <a:lnTo>
                    <a:pt x="49783" y="165100"/>
                  </a:lnTo>
                  <a:lnTo>
                    <a:pt x="52324" y="162559"/>
                  </a:lnTo>
                  <a:lnTo>
                    <a:pt x="55625" y="162178"/>
                  </a:lnTo>
                  <a:lnTo>
                    <a:pt x="59436" y="161670"/>
                  </a:lnTo>
                  <a:lnTo>
                    <a:pt x="84581" y="161670"/>
                  </a:lnTo>
                  <a:lnTo>
                    <a:pt x="84581" y="80644"/>
                  </a:lnTo>
                  <a:lnTo>
                    <a:pt x="87756" y="77469"/>
                  </a:lnTo>
                  <a:close/>
                </a:path>
                <a:path w="113029" h="281939">
                  <a:moveTo>
                    <a:pt x="84581" y="161670"/>
                  </a:moveTo>
                  <a:lnTo>
                    <a:pt x="59436" y="161670"/>
                  </a:lnTo>
                  <a:lnTo>
                    <a:pt x="62991" y="164464"/>
                  </a:lnTo>
                  <a:lnTo>
                    <a:pt x="63373" y="168401"/>
                  </a:lnTo>
                  <a:lnTo>
                    <a:pt x="76707" y="281939"/>
                  </a:lnTo>
                  <a:lnTo>
                    <a:pt x="91186" y="281939"/>
                  </a:lnTo>
                  <a:lnTo>
                    <a:pt x="84687" y="164464"/>
                  </a:lnTo>
                  <a:lnTo>
                    <a:pt x="84581" y="161670"/>
                  </a:lnTo>
                  <a:close/>
                </a:path>
                <a:path w="113029" h="281939">
                  <a:moveTo>
                    <a:pt x="105282" y="56387"/>
                  </a:moveTo>
                  <a:lnTo>
                    <a:pt x="7492" y="56387"/>
                  </a:lnTo>
                  <a:lnTo>
                    <a:pt x="0" y="63880"/>
                  </a:lnTo>
                  <a:lnTo>
                    <a:pt x="0" y="155575"/>
                  </a:lnTo>
                  <a:lnTo>
                    <a:pt x="253" y="159384"/>
                  </a:lnTo>
                  <a:lnTo>
                    <a:pt x="3682" y="162305"/>
                  </a:lnTo>
                  <a:lnTo>
                    <a:pt x="11302" y="161798"/>
                  </a:lnTo>
                  <a:lnTo>
                    <a:pt x="14096" y="158623"/>
                  </a:lnTo>
                  <a:lnTo>
                    <a:pt x="14096" y="80644"/>
                  </a:lnTo>
                  <a:lnTo>
                    <a:pt x="17271" y="77469"/>
                  </a:lnTo>
                  <a:lnTo>
                    <a:pt x="112775" y="77469"/>
                  </a:lnTo>
                  <a:lnTo>
                    <a:pt x="112775" y="63880"/>
                  </a:lnTo>
                  <a:lnTo>
                    <a:pt x="105282" y="56387"/>
                  </a:lnTo>
                  <a:close/>
                </a:path>
                <a:path w="113029" h="281939">
                  <a:moveTo>
                    <a:pt x="112775" y="77469"/>
                  </a:moveTo>
                  <a:lnTo>
                    <a:pt x="95503" y="77469"/>
                  </a:lnTo>
                  <a:lnTo>
                    <a:pt x="98678" y="80644"/>
                  </a:lnTo>
                  <a:lnTo>
                    <a:pt x="98678" y="158623"/>
                  </a:lnTo>
                  <a:lnTo>
                    <a:pt x="101473" y="161798"/>
                  </a:lnTo>
                  <a:lnTo>
                    <a:pt x="105410" y="162051"/>
                  </a:lnTo>
                  <a:lnTo>
                    <a:pt x="109600" y="162178"/>
                  </a:lnTo>
                  <a:lnTo>
                    <a:pt x="112775" y="159003"/>
                  </a:lnTo>
                  <a:lnTo>
                    <a:pt x="112775" y="77469"/>
                  </a:lnTo>
                  <a:close/>
                </a:path>
              </a:pathLst>
            </a:custGeom>
            <a:solidFill>
              <a:srgbClr val="1E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43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125211" y="4963668"/>
              <a:ext cx="121920" cy="291083"/>
            </a:xfrm>
            <a:prstGeom prst="rect">
              <a:avLst/>
            </a:prstGeom>
          </p:spPr>
        </p:pic>
        <p:sp>
          <p:nvSpPr>
            <p:cNvPr id="88" name="object 4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3104" y="4853939"/>
              <a:ext cx="375920" cy="396240"/>
            </a:xfrm>
            <a:custGeom>
              <a:avLst/>
              <a:gdLst/>
              <a:ahLst/>
              <a:cxnLst/>
              <a:rect l="l" t="t" r="r" b="b"/>
              <a:pathLst>
                <a:path w="375920" h="396239">
                  <a:moveTo>
                    <a:pt x="7620" y="120396"/>
                  </a:moveTo>
                  <a:lnTo>
                    <a:pt x="3429" y="120396"/>
                  </a:lnTo>
                  <a:lnTo>
                    <a:pt x="0" y="123825"/>
                  </a:lnTo>
                  <a:lnTo>
                    <a:pt x="0" y="128016"/>
                  </a:lnTo>
                  <a:lnTo>
                    <a:pt x="0" y="132207"/>
                  </a:lnTo>
                  <a:lnTo>
                    <a:pt x="3429" y="135636"/>
                  </a:lnTo>
                  <a:lnTo>
                    <a:pt x="7620" y="135636"/>
                  </a:lnTo>
                  <a:lnTo>
                    <a:pt x="7620" y="120396"/>
                  </a:lnTo>
                  <a:close/>
                </a:path>
                <a:path w="375920" h="396239">
                  <a:moveTo>
                    <a:pt x="36576" y="108204"/>
                  </a:moveTo>
                  <a:lnTo>
                    <a:pt x="21336" y="111887"/>
                  </a:lnTo>
                  <a:lnTo>
                    <a:pt x="21336" y="113411"/>
                  </a:lnTo>
                  <a:lnTo>
                    <a:pt x="21336" y="144145"/>
                  </a:lnTo>
                  <a:lnTo>
                    <a:pt x="36576" y="147828"/>
                  </a:lnTo>
                  <a:lnTo>
                    <a:pt x="36576" y="108204"/>
                  </a:lnTo>
                  <a:close/>
                </a:path>
                <a:path w="375920" h="396239">
                  <a:moveTo>
                    <a:pt x="64008" y="0"/>
                  </a:moveTo>
                  <a:lnTo>
                    <a:pt x="54102" y="0"/>
                  </a:lnTo>
                  <a:lnTo>
                    <a:pt x="50292" y="3937"/>
                  </a:lnTo>
                  <a:lnTo>
                    <a:pt x="50292" y="8890"/>
                  </a:lnTo>
                  <a:lnTo>
                    <a:pt x="50292" y="396240"/>
                  </a:lnTo>
                  <a:lnTo>
                    <a:pt x="64008" y="396240"/>
                  </a:lnTo>
                  <a:lnTo>
                    <a:pt x="64008" y="0"/>
                  </a:lnTo>
                  <a:close/>
                </a:path>
                <a:path w="375920" h="396239">
                  <a:moveTo>
                    <a:pt x="374904" y="314325"/>
                  </a:moveTo>
                  <a:lnTo>
                    <a:pt x="371856" y="310896"/>
                  </a:lnTo>
                  <a:lnTo>
                    <a:pt x="354330" y="310896"/>
                  </a:lnTo>
                  <a:lnTo>
                    <a:pt x="350520" y="310896"/>
                  </a:lnTo>
                  <a:lnTo>
                    <a:pt x="347472" y="314325"/>
                  </a:lnTo>
                  <a:lnTo>
                    <a:pt x="347472" y="322707"/>
                  </a:lnTo>
                  <a:lnTo>
                    <a:pt x="350520" y="326136"/>
                  </a:lnTo>
                  <a:lnTo>
                    <a:pt x="371856" y="326136"/>
                  </a:lnTo>
                  <a:lnTo>
                    <a:pt x="374904" y="322707"/>
                  </a:lnTo>
                  <a:lnTo>
                    <a:pt x="374904" y="314325"/>
                  </a:lnTo>
                  <a:close/>
                </a:path>
                <a:path w="375920" h="396239">
                  <a:moveTo>
                    <a:pt x="375539" y="351663"/>
                  </a:moveTo>
                  <a:lnTo>
                    <a:pt x="359156" y="334391"/>
                  </a:lnTo>
                  <a:lnTo>
                    <a:pt x="356489" y="331470"/>
                  </a:lnTo>
                  <a:lnTo>
                    <a:pt x="352171" y="331470"/>
                  </a:lnTo>
                  <a:lnTo>
                    <a:pt x="349504" y="334391"/>
                  </a:lnTo>
                  <a:lnTo>
                    <a:pt x="346837" y="337185"/>
                  </a:lnTo>
                  <a:lnTo>
                    <a:pt x="346837" y="341757"/>
                  </a:lnTo>
                  <a:lnTo>
                    <a:pt x="363220" y="359029"/>
                  </a:lnTo>
                  <a:lnTo>
                    <a:pt x="365887" y="361950"/>
                  </a:lnTo>
                  <a:lnTo>
                    <a:pt x="370205" y="361950"/>
                  </a:lnTo>
                  <a:lnTo>
                    <a:pt x="372872" y="359029"/>
                  </a:lnTo>
                  <a:lnTo>
                    <a:pt x="375539" y="356235"/>
                  </a:lnTo>
                  <a:lnTo>
                    <a:pt x="375539" y="351663"/>
                  </a:lnTo>
                  <a:close/>
                </a:path>
                <a:path w="375920" h="396239">
                  <a:moveTo>
                    <a:pt x="375539" y="280797"/>
                  </a:moveTo>
                  <a:lnTo>
                    <a:pt x="372872" y="278003"/>
                  </a:lnTo>
                  <a:lnTo>
                    <a:pt x="370205" y="275082"/>
                  </a:lnTo>
                  <a:lnTo>
                    <a:pt x="365887" y="275082"/>
                  </a:lnTo>
                  <a:lnTo>
                    <a:pt x="363220" y="278003"/>
                  </a:lnTo>
                  <a:lnTo>
                    <a:pt x="346837" y="295275"/>
                  </a:lnTo>
                  <a:lnTo>
                    <a:pt x="346837" y="299847"/>
                  </a:lnTo>
                  <a:lnTo>
                    <a:pt x="349504" y="302641"/>
                  </a:lnTo>
                  <a:lnTo>
                    <a:pt x="350774" y="304038"/>
                  </a:lnTo>
                  <a:lnTo>
                    <a:pt x="352552" y="304800"/>
                  </a:lnTo>
                  <a:lnTo>
                    <a:pt x="354330" y="304800"/>
                  </a:lnTo>
                  <a:lnTo>
                    <a:pt x="356108" y="304800"/>
                  </a:lnTo>
                  <a:lnTo>
                    <a:pt x="357886" y="304038"/>
                  </a:lnTo>
                  <a:lnTo>
                    <a:pt x="359156" y="302641"/>
                  </a:lnTo>
                  <a:lnTo>
                    <a:pt x="375539" y="285369"/>
                  </a:lnTo>
                  <a:lnTo>
                    <a:pt x="375539" y="280797"/>
                  </a:lnTo>
                  <a:close/>
                </a:path>
              </a:pathLst>
            </a:custGeom>
            <a:solidFill>
              <a:srgbClr val="1E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4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73395" y="4853940"/>
              <a:ext cx="13970" cy="396240"/>
            </a:xfrm>
            <a:custGeom>
              <a:avLst/>
              <a:gdLst/>
              <a:ahLst/>
              <a:cxnLst/>
              <a:rect l="l" t="t" r="r" b="b"/>
              <a:pathLst>
                <a:path w="13970" h="396239">
                  <a:moveTo>
                    <a:pt x="0" y="8889"/>
                  </a:moveTo>
                  <a:lnTo>
                    <a:pt x="0" y="396239"/>
                  </a:lnTo>
                  <a:lnTo>
                    <a:pt x="13715" y="396239"/>
                  </a:lnTo>
                  <a:lnTo>
                    <a:pt x="13715" y="0"/>
                  </a:lnTo>
                  <a:lnTo>
                    <a:pt x="8636" y="0"/>
                  </a:lnTo>
                  <a:lnTo>
                    <a:pt x="3809" y="0"/>
                  </a:lnTo>
                  <a:lnTo>
                    <a:pt x="0" y="3936"/>
                  </a:lnTo>
                  <a:lnTo>
                    <a:pt x="0" y="8889"/>
                  </a:lnTo>
                  <a:close/>
                </a:path>
              </a:pathLst>
            </a:custGeom>
            <a:ln w="12192">
              <a:solidFill>
                <a:srgbClr val="1E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46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100828" y="4847843"/>
              <a:ext cx="248920" cy="402590"/>
            </a:xfrm>
            <a:custGeom>
              <a:avLst/>
              <a:gdLst/>
              <a:ahLst/>
              <a:cxnLst/>
              <a:rect l="l" t="t" r="r" b="b"/>
              <a:pathLst>
                <a:path w="248920" h="402589">
                  <a:moveTo>
                    <a:pt x="170688" y="0"/>
                  </a:moveTo>
                  <a:lnTo>
                    <a:pt x="135128" y="0"/>
                  </a:lnTo>
                  <a:lnTo>
                    <a:pt x="135128" y="20447"/>
                  </a:lnTo>
                  <a:lnTo>
                    <a:pt x="135128" y="35941"/>
                  </a:lnTo>
                  <a:lnTo>
                    <a:pt x="128778" y="42291"/>
                  </a:lnTo>
                  <a:lnTo>
                    <a:pt x="113030" y="42291"/>
                  </a:lnTo>
                  <a:lnTo>
                    <a:pt x="106680" y="35941"/>
                  </a:lnTo>
                  <a:lnTo>
                    <a:pt x="106680" y="20447"/>
                  </a:lnTo>
                  <a:lnTo>
                    <a:pt x="113030" y="14097"/>
                  </a:lnTo>
                  <a:lnTo>
                    <a:pt x="128778" y="14097"/>
                  </a:lnTo>
                  <a:lnTo>
                    <a:pt x="135128" y="20447"/>
                  </a:lnTo>
                  <a:lnTo>
                    <a:pt x="135128" y="0"/>
                  </a:lnTo>
                  <a:lnTo>
                    <a:pt x="64008" y="0"/>
                  </a:lnTo>
                  <a:lnTo>
                    <a:pt x="64008" y="20447"/>
                  </a:lnTo>
                  <a:lnTo>
                    <a:pt x="64008" y="35941"/>
                  </a:lnTo>
                  <a:lnTo>
                    <a:pt x="57658" y="42291"/>
                  </a:lnTo>
                  <a:lnTo>
                    <a:pt x="41910" y="42291"/>
                  </a:lnTo>
                  <a:lnTo>
                    <a:pt x="35560" y="35941"/>
                  </a:lnTo>
                  <a:lnTo>
                    <a:pt x="35560" y="20447"/>
                  </a:lnTo>
                  <a:lnTo>
                    <a:pt x="41910" y="14097"/>
                  </a:lnTo>
                  <a:lnTo>
                    <a:pt x="57658" y="14097"/>
                  </a:lnTo>
                  <a:lnTo>
                    <a:pt x="64008" y="20447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56388"/>
                  </a:lnTo>
                  <a:lnTo>
                    <a:pt x="170688" y="56388"/>
                  </a:lnTo>
                  <a:lnTo>
                    <a:pt x="170688" y="42291"/>
                  </a:lnTo>
                  <a:lnTo>
                    <a:pt x="170688" y="14097"/>
                  </a:lnTo>
                  <a:lnTo>
                    <a:pt x="170688" y="0"/>
                  </a:lnTo>
                  <a:close/>
                </a:path>
                <a:path w="248920" h="402589">
                  <a:moveTo>
                    <a:pt x="198120" y="9906"/>
                  </a:moveTo>
                  <a:lnTo>
                    <a:pt x="196151" y="9906"/>
                  </a:lnTo>
                  <a:lnTo>
                    <a:pt x="196151" y="6096"/>
                  </a:lnTo>
                  <a:lnTo>
                    <a:pt x="184404" y="6096"/>
                  </a:lnTo>
                  <a:lnTo>
                    <a:pt x="184404" y="9906"/>
                  </a:lnTo>
                  <a:lnTo>
                    <a:pt x="184404" y="402336"/>
                  </a:lnTo>
                  <a:lnTo>
                    <a:pt x="198120" y="402336"/>
                  </a:lnTo>
                  <a:lnTo>
                    <a:pt x="198120" y="9906"/>
                  </a:lnTo>
                  <a:close/>
                </a:path>
                <a:path w="248920" h="402589">
                  <a:moveTo>
                    <a:pt x="227076" y="308483"/>
                  </a:moveTo>
                  <a:lnTo>
                    <a:pt x="211836" y="304800"/>
                  </a:lnTo>
                  <a:lnTo>
                    <a:pt x="211836" y="344424"/>
                  </a:lnTo>
                  <a:lnTo>
                    <a:pt x="227076" y="340741"/>
                  </a:lnTo>
                  <a:lnTo>
                    <a:pt x="227076" y="308483"/>
                  </a:lnTo>
                  <a:close/>
                </a:path>
                <a:path w="248920" h="402589">
                  <a:moveTo>
                    <a:pt x="248412" y="320421"/>
                  </a:moveTo>
                  <a:lnTo>
                    <a:pt x="244983" y="316992"/>
                  </a:lnTo>
                  <a:lnTo>
                    <a:pt x="240792" y="316992"/>
                  </a:lnTo>
                  <a:lnTo>
                    <a:pt x="240792" y="332232"/>
                  </a:lnTo>
                  <a:lnTo>
                    <a:pt x="244983" y="332232"/>
                  </a:lnTo>
                  <a:lnTo>
                    <a:pt x="248412" y="328803"/>
                  </a:lnTo>
                  <a:lnTo>
                    <a:pt x="248412" y="320421"/>
                  </a:lnTo>
                  <a:close/>
                </a:path>
              </a:pathLst>
            </a:custGeom>
            <a:solidFill>
              <a:srgbClr val="1E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47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285231" y="4853940"/>
              <a:ext cx="13970" cy="396240"/>
            </a:xfrm>
            <a:custGeom>
              <a:avLst/>
              <a:gdLst/>
              <a:ahLst/>
              <a:cxnLst/>
              <a:rect l="l" t="t" r="r" b="b"/>
              <a:pathLst>
                <a:path w="13970" h="396239">
                  <a:moveTo>
                    <a:pt x="5206" y="0"/>
                  </a:moveTo>
                  <a:lnTo>
                    <a:pt x="0" y="0"/>
                  </a:lnTo>
                  <a:lnTo>
                    <a:pt x="0" y="396239"/>
                  </a:lnTo>
                  <a:lnTo>
                    <a:pt x="13715" y="396239"/>
                  </a:lnTo>
                  <a:lnTo>
                    <a:pt x="13715" y="8889"/>
                  </a:lnTo>
                  <a:lnTo>
                    <a:pt x="13715" y="3936"/>
                  </a:lnTo>
                  <a:lnTo>
                    <a:pt x="9905" y="0"/>
                  </a:lnTo>
                  <a:lnTo>
                    <a:pt x="5206" y="0"/>
                  </a:lnTo>
                  <a:close/>
                </a:path>
              </a:pathLst>
            </a:custGeom>
            <a:ln w="12192">
              <a:solidFill>
                <a:srgbClr val="1E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48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73574" y="4938521"/>
              <a:ext cx="30480" cy="86995"/>
            </a:xfrm>
            <a:custGeom>
              <a:avLst/>
              <a:gdLst/>
              <a:ahLst/>
              <a:cxnLst/>
              <a:rect l="l" t="t" r="r" b="b"/>
              <a:pathLst>
                <a:path w="30479" h="86995">
                  <a:moveTo>
                    <a:pt x="29718" y="39243"/>
                  </a:moveTo>
                  <a:lnTo>
                    <a:pt x="26416" y="35814"/>
                  </a:lnTo>
                  <a:lnTo>
                    <a:pt x="4064" y="35814"/>
                  </a:lnTo>
                  <a:lnTo>
                    <a:pt x="762" y="39243"/>
                  </a:lnTo>
                  <a:lnTo>
                    <a:pt x="762" y="47625"/>
                  </a:lnTo>
                  <a:lnTo>
                    <a:pt x="4064" y="51054"/>
                  </a:lnTo>
                  <a:lnTo>
                    <a:pt x="22479" y="51054"/>
                  </a:lnTo>
                  <a:lnTo>
                    <a:pt x="26416" y="51054"/>
                  </a:lnTo>
                  <a:lnTo>
                    <a:pt x="29718" y="47625"/>
                  </a:lnTo>
                  <a:lnTo>
                    <a:pt x="29718" y="39243"/>
                  </a:lnTo>
                  <a:close/>
                </a:path>
                <a:path w="30479" h="86995">
                  <a:moveTo>
                    <a:pt x="30480" y="62103"/>
                  </a:moveTo>
                  <a:lnTo>
                    <a:pt x="27559" y="59309"/>
                  </a:lnTo>
                  <a:lnTo>
                    <a:pt x="24765" y="56388"/>
                  </a:lnTo>
                  <a:lnTo>
                    <a:pt x="20193" y="56388"/>
                  </a:lnTo>
                  <a:lnTo>
                    <a:pt x="17399" y="59309"/>
                  </a:lnTo>
                  <a:lnTo>
                    <a:pt x="2921" y="73787"/>
                  </a:lnTo>
                  <a:lnTo>
                    <a:pt x="0" y="76581"/>
                  </a:lnTo>
                  <a:lnTo>
                    <a:pt x="0" y="81153"/>
                  </a:lnTo>
                  <a:lnTo>
                    <a:pt x="2921" y="83947"/>
                  </a:lnTo>
                  <a:lnTo>
                    <a:pt x="5715" y="86868"/>
                  </a:lnTo>
                  <a:lnTo>
                    <a:pt x="10287" y="86868"/>
                  </a:lnTo>
                  <a:lnTo>
                    <a:pt x="13081" y="83947"/>
                  </a:lnTo>
                  <a:lnTo>
                    <a:pt x="27559" y="69469"/>
                  </a:lnTo>
                  <a:lnTo>
                    <a:pt x="30480" y="66675"/>
                  </a:lnTo>
                  <a:lnTo>
                    <a:pt x="30480" y="62103"/>
                  </a:lnTo>
                  <a:close/>
                </a:path>
                <a:path w="30479" h="86995">
                  <a:moveTo>
                    <a:pt x="30480" y="20193"/>
                  </a:moveTo>
                  <a:lnTo>
                    <a:pt x="27559" y="17399"/>
                  </a:lnTo>
                  <a:lnTo>
                    <a:pt x="13081" y="2921"/>
                  </a:lnTo>
                  <a:lnTo>
                    <a:pt x="10287" y="0"/>
                  </a:lnTo>
                  <a:lnTo>
                    <a:pt x="5715" y="0"/>
                  </a:lnTo>
                  <a:lnTo>
                    <a:pt x="2921" y="2921"/>
                  </a:lnTo>
                  <a:lnTo>
                    <a:pt x="0" y="5715"/>
                  </a:lnTo>
                  <a:lnTo>
                    <a:pt x="0" y="10287"/>
                  </a:lnTo>
                  <a:lnTo>
                    <a:pt x="2921" y="13081"/>
                  </a:lnTo>
                  <a:lnTo>
                    <a:pt x="17399" y="27559"/>
                  </a:lnTo>
                  <a:lnTo>
                    <a:pt x="20193" y="30480"/>
                  </a:lnTo>
                  <a:lnTo>
                    <a:pt x="24765" y="30480"/>
                  </a:lnTo>
                  <a:lnTo>
                    <a:pt x="27559" y="27559"/>
                  </a:lnTo>
                  <a:lnTo>
                    <a:pt x="30480" y="24765"/>
                  </a:lnTo>
                  <a:lnTo>
                    <a:pt x="30480" y="20193"/>
                  </a:lnTo>
                  <a:close/>
                </a:path>
              </a:pathLst>
            </a:custGeom>
            <a:solidFill>
              <a:srgbClr val="1E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111">
            <a:extLst>
              <a:ext uri="{FF2B5EF4-FFF2-40B4-BE49-F238E27FC236}">
                <a16:creationId xmlns:a16="http://schemas.microsoft.com/office/drawing/2014/main" id="{05BCEF91-56D4-F24A-28C0-3B6CD18B72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23353" y="1243699"/>
            <a:ext cx="3780000" cy="1086846"/>
          </a:xfrm>
          <a:custGeom>
            <a:avLst/>
            <a:gdLst/>
            <a:ahLst/>
            <a:cxnLst/>
            <a:rect l="l" t="t" r="r" b="b"/>
            <a:pathLst>
              <a:path w="4337684" h="1209039">
                <a:moveTo>
                  <a:pt x="4135881" y="0"/>
                </a:moveTo>
                <a:lnTo>
                  <a:pt x="201422" y="0"/>
                </a:lnTo>
                <a:lnTo>
                  <a:pt x="155234" y="5319"/>
                </a:lnTo>
                <a:lnTo>
                  <a:pt x="112837" y="20471"/>
                </a:lnTo>
                <a:lnTo>
                  <a:pt x="75438" y="44247"/>
                </a:lnTo>
                <a:lnTo>
                  <a:pt x="44247" y="75438"/>
                </a:lnTo>
                <a:lnTo>
                  <a:pt x="20471" y="112837"/>
                </a:lnTo>
                <a:lnTo>
                  <a:pt x="5319" y="155234"/>
                </a:lnTo>
                <a:lnTo>
                  <a:pt x="0" y="201422"/>
                </a:lnTo>
                <a:lnTo>
                  <a:pt x="0" y="1007109"/>
                </a:lnTo>
                <a:lnTo>
                  <a:pt x="5319" y="1053297"/>
                </a:lnTo>
                <a:lnTo>
                  <a:pt x="20471" y="1095694"/>
                </a:lnTo>
                <a:lnTo>
                  <a:pt x="44247" y="1133093"/>
                </a:lnTo>
                <a:lnTo>
                  <a:pt x="75438" y="1164284"/>
                </a:lnTo>
                <a:lnTo>
                  <a:pt x="112837" y="1188060"/>
                </a:lnTo>
                <a:lnTo>
                  <a:pt x="155234" y="1203212"/>
                </a:lnTo>
                <a:lnTo>
                  <a:pt x="201422" y="1208531"/>
                </a:lnTo>
                <a:lnTo>
                  <a:pt x="4135881" y="1208531"/>
                </a:lnTo>
                <a:lnTo>
                  <a:pt x="4182069" y="1203212"/>
                </a:lnTo>
                <a:lnTo>
                  <a:pt x="4224466" y="1188060"/>
                </a:lnTo>
                <a:lnTo>
                  <a:pt x="4261865" y="1164284"/>
                </a:lnTo>
                <a:lnTo>
                  <a:pt x="4293056" y="1133093"/>
                </a:lnTo>
                <a:lnTo>
                  <a:pt x="4316832" y="1095694"/>
                </a:lnTo>
                <a:lnTo>
                  <a:pt x="4331984" y="1053297"/>
                </a:lnTo>
                <a:lnTo>
                  <a:pt x="4337304" y="1007109"/>
                </a:lnTo>
                <a:lnTo>
                  <a:pt x="4337304" y="201422"/>
                </a:lnTo>
                <a:lnTo>
                  <a:pt x="4331984" y="155234"/>
                </a:lnTo>
                <a:lnTo>
                  <a:pt x="4316832" y="112837"/>
                </a:lnTo>
                <a:lnTo>
                  <a:pt x="4293056" y="75438"/>
                </a:lnTo>
                <a:lnTo>
                  <a:pt x="4261865" y="44247"/>
                </a:lnTo>
                <a:lnTo>
                  <a:pt x="4224466" y="20471"/>
                </a:lnTo>
                <a:lnTo>
                  <a:pt x="4182069" y="5319"/>
                </a:lnTo>
                <a:lnTo>
                  <a:pt x="41358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 anchor="ctr"/>
          <a:lstStyle/>
          <a:p>
            <a:pPr algn="ctr"/>
            <a:r>
              <a:rPr lang="tr-TR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 katı kontuar önlerinde </a:t>
            </a:r>
            <a:r>
              <a:rPr lang="tr-TR" sz="10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check</a:t>
            </a:r>
            <a:r>
              <a:rPr lang="tr-TR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-in işlemleri esnasında kuyruklanma tespit edilmiştir. Tarafımızca yolcuların düz</a:t>
            </a:r>
            <a:r>
              <a:rPr lang="en-US" sz="10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enli</a:t>
            </a:r>
            <a:r>
              <a:rPr lang="tr-TR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sıralanması sağlanmış ve Yer Hizmetleri konuyla ilgili uyarılmıştır.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3DB402C-D89A-4D84-8328-620D033563B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489643" y="955571"/>
            <a:ext cx="3618000" cy="228811"/>
            <a:chOff x="5489643" y="990600"/>
            <a:chExt cx="3618000" cy="228811"/>
          </a:xfrm>
        </p:grpSpPr>
        <p:sp>
          <p:nvSpPr>
            <p:cNvPr id="107" name="object 107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16510" y="990600"/>
              <a:ext cx="3364267" cy="18210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100" b="1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YOLCU</a:t>
              </a:r>
              <a:r>
                <a:rPr sz="1100" b="1" spc="-35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sz="1100" b="1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GEÇİŞ</a:t>
              </a:r>
              <a:r>
                <a:rPr sz="1100" b="1" spc="-35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sz="1100" b="1" spc="-10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NOKTALARI</a:t>
              </a:r>
              <a:r>
                <a:rPr sz="1100" b="1" spc="-5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sz="1100" b="1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YOĞUNLUK</a:t>
              </a:r>
              <a:r>
                <a:rPr sz="1100" b="1" spc="-35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sz="1100" b="1" spc="-10" dirty="0">
                  <a:solidFill>
                    <a:srgbClr val="21999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DURUMU</a:t>
              </a:r>
              <a:endParaRPr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" name="object 20">
              <a:extLst>
                <a:ext uri="{FF2B5EF4-FFF2-40B4-BE49-F238E27FC236}">
                  <a16:creationId xmlns:a16="http://schemas.microsoft.com/office/drawing/2014/main" id="{88DBA954-66D9-3162-133B-DEB9D44203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89643" y="1211156"/>
              <a:ext cx="3618000" cy="8255"/>
            </a:xfrm>
            <a:custGeom>
              <a:avLst/>
              <a:gdLst/>
              <a:ahLst/>
              <a:cxnLst/>
              <a:rect l="l" t="t" r="r" b="b"/>
              <a:pathLst>
                <a:path w="3935729" h="8255">
                  <a:moveTo>
                    <a:pt x="0" y="8254"/>
                  </a:moveTo>
                  <a:lnTo>
                    <a:pt x="3935603" y="0"/>
                  </a:lnTo>
                </a:path>
              </a:pathLst>
            </a:custGeom>
            <a:ln w="12192">
              <a:solidFill>
                <a:srgbClr val="2199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>
            <a:grpSpLocks noGrp="1" noUngrp="1" noRot="1" noMove="1" noResize="1"/>
          </p:cNvGrpSpPr>
          <p:nvPr/>
        </p:nvGrpSpPr>
        <p:grpSpPr>
          <a:xfrm>
            <a:off x="9360537" y="3422400"/>
            <a:ext cx="540000" cy="540000"/>
            <a:chOff x="5086183" y="6421768"/>
            <a:chExt cx="303530" cy="391160"/>
          </a:xfrm>
        </p:grpSpPr>
        <p:sp>
          <p:nvSpPr>
            <p:cNvPr id="50" name="object 50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86172" y="6421779"/>
              <a:ext cx="303530" cy="158750"/>
            </a:xfrm>
            <a:custGeom>
              <a:avLst/>
              <a:gdLst/>
              <a:ahLst/>
              <a:cxnLst/>
              <a:rect l="l" t="t" r="r" b="b"/>
              <a:pathLst>
                <a:path w="303529" h="158750">
                  <a:moveTo>
                    <a:pt x="30340" y="21399"/>
                  </a:moveTo>
                  <a:lnTo>
                    <a:pt x="27965" y="18580"/>
                  </a:lnTo>
                  <a:lnTo>
                    <a:pt x="13589" y="18580"/>
                  </a:lnTo>
                  <a:lnTo>
                    <a:pt x="11214" y="21399"/>
                  </a:lnTo>
                  <a:lnTo>
                    <a:pt x="11214" y="28359"/>
                  </a:lnTo>
                  <a:lnTo>
                    <a:pt x="13589" y="31178"/>
                  </a:lnTo>
                  <a:lnTo>
                    <a:pt x="16510" y="31178"/>
                  </a:lnTo>
                  <a:lnTo>
                    <a:pt x="27965" y="31178"/>
                  </a:lnTo>
                  <a:lnTo>
                    <a:pt x="30340" y="28359"/>
                  </a:lnTo>
                  <a:lnTo>
                    <a:pt x="30340" y="21399"/>
                  </a:lnTo>
                  <a:close/>
                </a:path>
                <a:path w="303529" h="158750">
                  <a:moveTo>
                    <a:pt x="31940" y="94526"/>
                  </a:moveTo>
                  <a:lnTo>
                    <a:pt x="29565" y="91706"/>
                  </a:lnTo>
                  <a:lnTo>
                    <a:pt x="26644" y="91706"/>
                  </a:lnTo>
                  <a:lnTo>
                    <a:pt x="11442" y="91706"/>
                  </a:lnTo>
                  <a:lnTo>
                    <a:pt x="9080" y="94526"/>
                  </a:lnTo>
                  <a:lnTo>
                    <a:pt x="9080" y="101485"/>
                  </a:lnTo>
                  <a:lnTo>
                    <a:pt x="11442" y="104305"/>
                  </a:lnTo>
                  <a:lnTo>
                    <a:pt x="29565" y="104305"/>
                  </a:lnTo>
                  <a:lnTo>
                    <a:pt x="31940" y="101485"/>
                  </a:lnTo>
                  <a:lnTo>
                    <a:pt x="31940" y="94526"/>
                  </a:lnTo>
                  <a:close/>
                </a:path>
                <a:path w="303529" h="158750">
                  <a:moveTo>
                    <a:pt x="35674" y="57962"/>
                  </a:moveTo>
                  <a:lnTo>
                    <a:pt x="33299" y="55130"/>
                  </a:lnTo>
                  <a:lnTo>
                    <a:pt x="30378" y="55130"/>
                  </a:lnTo>
                  <a:lnTo>
                    <a:pt x="2374" y="55130"/>
                  </a:lnTo>
                  <a:lnTo>
                    <a:pt x="0" y="57962"/>
                  </a:lnTo>
                  <a:lnTo>
                    <a:pt x="0" y="64922"/>
                  </a:lnTo>
                  <a:lnTo>
                    <a:pt x="2374" y="67741"/>
                  </a:lnTo>
                  <a:lnTo>
                    <a:pt x="33299" y="67741"/>
                  </a:lnTo>
                  <a:lnTo>
                    <a:pt x="35674" y="64922"/>
                  </a:lnTo>
                  <a:lnTo>
                    <a:pt x="35674" y="57962"/>
                  </a:lnTo>
                  <a:close/>
                </a:path>
                <a:path w="303529" h="158750">
                  <a:moveTo>
                    <a:pt x="222961" y="117817"/>
                  </a:moveTo>
                  <a:lnTo>
                    <a:pt x="190004" y="117817"/>
                  </a:lnTo>
                  <a:lnTo>
                    <a:pt x="170764" y="158483"/>
                  </a:lnTo>
                  <a:lnTo>
                    <a:pt x="180174" y="158483"/>
                  </a:lnTo>
                  <a:lnTo>
                    <a:pt x="190042" y="157073"/>
                  </a:lnTo>
                  <a:lnTo>
                    <a:pt x="199250" y="153035"/>
                  </a:lnTo>
                  <a:lnTo>
                    <a:pt x="207441" y="146583"/>
                  </a:lnTo>
                  <a:lnTo>
                    <a:pt x="214236" y="137934"/>
                  </a:lnTo>
                  <a:lnTo>
                    <a:pt x="222961" y="117817"/>
                  </a:lnTo>
                  <a:close/>
                </a:path>
                <a:path w="303529" h="158750">
                  <a:moveTo>
                    <a:pt x="288378" y="78574"/>
                  </a:moveTo>
                  <a:lnTo>
                    <a:pt x="279336" y="68516"/>
                  </a:lnTo>
                  <a:lnTo>
                    <a:pt x="257848" y="68516"/>
                  </a:lnTo>
                  <a:lnTo>
                    <a:pt x="255955" y="70764"/>
                  </a:lnTo>
                  <a:lnTo>
                    <a:pt x="255955" y="76327"/>
                  </a:lnTo>
                  <a:lnTo>
                    <a:pt x="257848" y="78574"/>
                  </a:lnTo>
                  <a:lnTo>
                    <a:pt x="288378" y="78574"/>
                  </a:lnTo>
                  <a:close/>
                </a:path>
                <a:path w="303529" h="158750">
                  <a:moveTo>
                    <a:pt x="303250" y="103835"/>
                  </a:moveTo>
                  <a:lnTo>
                    <a:pt x="302564" y="97066"/>
                  </a:lnTo>
                  <a:lnTo>
                    <a:pt x="299123" y="91173"/>
                  </a:lnTo>
                  <a:lnTo>
                    <a:pt x="251993" y="91173"/>
                  </a:lnTo>
                  <a:lnTo>
                    <a:pt x="245376" y="83286"/>
                  </a:lnTo>
                  <a:lnTo>
                    <a:pt x="245376" y="63804"/>
                  </a:lnTo>
                  <a:lnTo>
                    <a:pt x="251993" y="55905"/>
                  </a:lnTo>
                  <a:lnTo>
                    <a:pt x="265366" y="55905"/>
                  </a:lnTo>
                  <a:lnTo>
                    <a:pt x="263613" y="55245"/>
                  </a:lnTo>
                  <a:lnTo>
                    <a:pt x="261785" y="54914"/>
                  </a:lnTo>
                  <a:lnTo>
                    <a:pt x="83223" y="54914"/>
                  </a:lnTo>
                  <a:lnTo>
                    <a:pt x="81114" y="52959"/>
                  </a:lnTo>
                  <a:lnTo>
                    <a:pt x="71920" y="15265"/>
                  </a:lnTo>
                  <a:lnTo>
                    <a:pt x="53822" y="0"/>
                  </a:lnTo>
                  <a:lnTo>
                    <a:pt x="53835" y="81013"/>
                  </a:lnTo>
                  <a:lnTo>
                    <a:pt x="84772" y="117513"/>
                  </a:lnTo>
                  <a:lnTo>
                    <a:pt x="96405" y="119380"/>
                  </a:lnTo>
                  <a:lnTo>
                    <a:pt x="177126" y="119380"/>
                  </a:lnTo>
                  <a:lnTo>
                    <a:pt x="183248" y="106438"/>
                  </a:lnTo>
                  <a:lnTo>
                    <a:pt x="185000" y="105206"/>
                  </a:lnTo>
                  <a:lnTo>
                    <a:pt x="230822" y="105206"/>
                  </a:lnTo>
                  <a:lnTo>
                    <a:pt x="232664" y="106565"/>
                  </a:lnTo>
                  <a:lnTo>
                    <a:pt x="234111" y="109956"/>
                  </a:lnTo>
                  <a:lnTo>
                    <a:pt x="234378" y="111277"/>
                  </a:lnTo>
                  <a:lnTo>
                    <a:pt x="234276" y="117513"/>
                  </a:lnTo>
                  <a:lnTo>
                    <a:pt x="234111" y="119710"/>
                  </a:lnTo>
                  <a:lnTo>
                    <a:pt x="233413" y="121170"/>
                  </a:lnTo>
                  <a:lnTo>
                    <a:pt x="231736" y="125044"/>
                  </a:lnTo>
                  <a:lnTo>
                    <a:pt x="284975" y="125044"/>
                  </a:lnTo>
                  <a:lnTo>
                    <a:pt x="292417" y="124790"/>
                  </a:lnTo>
                  <a:lnTo>
                    <a:pt x="298742" y="119329"/>
                  </a:lnTo>
                  <a:lnTo>
                    <a:pt x="301180" y="111277"/>
                  </a:lnTo>
                  <a:lnTo>
                    <a:pt x="303123" y="105206"/>
                  </a:lnTo>
                  <a:lnTo>
                    <a:pt x="303250" y="103835"/>
                  </a:lnTo>
                  <a:close/>
                </a:path>
              </a:pathLst>
            </a:custGeom>
            <a:solidFill>
              <a:srgbClr val="1E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134562" y="6621014"/>
              <a:ext cx="216199" cy="191638"/>
            </a:xfrm>
            <a:prstGeom prst="rect">
              <a:avLst/>
            </a:prstGeom>
          </p:spPr>
        </p:pic>
      </p:grpSp>
      <p:sp>
        <p:nvSpPr>
          <p:cNvPr id="77" name="object 111">
            <a:extLst>
              <a:ext uri="{FF2B5EF4-FFF2-40B4-BE49-F238E27FC236}">
                <a16:creationId xmlns:a16="http://schemas.microsoft.com/office/drawing/2014/main" id="{27FDB47E-D483-8984-034D-909028F383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34654" y="3218398"/>
            <a:ext cx="3780000" cy="1087200"/>
          </a:xfrm>
          <a:custGeom>
            <a:avLst/>
            <a:gdLst/>
            <a:ahLst/>
            <a:cxnLst/>
            <a:rect l="l" t="t" r="r" b="b"/>
            <a:pathLst>
              <a:path w="4337684" h="1209039">
                <a:moveTo>
                  <a:pt x="4135881" y="0"/>
                </a:moveTo>
                <a:lnTo>
                  <a:pt x="201422" y="0"/>
                </a:lnTo>
                <a:lnTo>
                  <a:pt x="155234" y="5319"/>
                </a:lnTo>
                <a:lnTo>
                  <a:pt x="112837" y="20471"/>
                </a:lnTo>
                <a:lnTo>
                  <a:pt x="75438" y="44247"/>
                </a:lnTo>
                <a:lnTo>
                  <a:pt x="44247" y="75438"/>
                </a:lnTo>
                <a:lnTo>
                  <a:pt x="20471" y="112837"/>
                </a:lnTo>
                <a:lnTo>
                  <a:pt x="5319" y="155234"/>
                </a:lnTo>
                <a:lnTo>
                  <a:pt x="0" y="201422"/>
                </a:lnTo>
                <a:lnTo>
                  <a:pt x="0" y="1007109"/>
                </a:lnTo>
                <a:lnTo>
                  <a:pt x="5319" y="1053297"/>
                </a:lnTo>
                <a:lnTo>
                  <a:pt x="20471" y="1095694"/>
                </a:lnTo>
                <a:lnTo>
                  <a:pt x="44247" y="1133093"/>
                </a:lnTo>
                <a:lnTo>
                  <a:pt x="75438" y="1164284"/>
                </a:lnTo>
                <a:lnTo>
                  <a:pt x="112837" y="1188060"/>
                </a:lnTo>
                <a:lnTo>
                  <a:pt x="155234" y="1203212"/>
                </a:lnTo>
                <a:lnTo>
                  <a:pt x="201422" y="1208531"/>
                </a:lnTo>
                <a:lnTo>
                  <a:pt x="4135881" y="1208531"/>
                </a:lnTo>
                <a:lnTo>
                  <a:pt x="4182069" y="1203212"/>
                </a:lnTo>
                <a:lnTo>
                  <a:pt x="4224466" y="1188060"/>
                </a:lnTo>
                <a:lnTo>
                  <a:pt x="4261865" y="1164284"/>
                </a:lnTo>
                <a:lnTo>
                  <a:pt x="4293056" y="1133093"/>
                </a:lnTo>
                <a:lnTo>
                  <a:pt x="4316832" y="1095694"/>
                </a:lnTo>
                <a:lnTo>
                  <a:pt x="4331984" y="1053297"/>
                </a:lnTo>
                <a:lnTo>
                  <a:pt x="4337304" y="1007109"/>
                </a:lnTo>
                <a:lnTo>
                  <a:pt x="4337304" y="201422"/>
                </a:lnTo>
                <a:lnTo>
                  <a:pt x="4331984" y="155234"/>
                </a:lnTo>
                <a:lnTo>
                  <a:pt x="4316832" y="112837"/>
                </a:lnTo>
                <a:lnTo>
                  <a:pt x="4293056" y="75438"/>
                </a:lnTo>
                <a:lnTo>
                  <a:pt x="4261865" y="44247"/>
                </a:lnTo>
                <a:lnTo>
                  <a:pt x="4224466" y="20471"/>
                </a:lnTo>
                <a:lnTo>
                  <a:pt x="4182069" y="5319"/>
                </a:lnTo>
                <a:lnTo>
                  <a:pt x="41358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Transfer </a:t>
            </a:r>
            <a:r>
              <a:rPr lang="en-US" sz="10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bölgesinde</a:t>
            </a:r>
            <a:r>
              <a:rPr lang="en-US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r-TR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bulunan yolcu </a:t>
            </a:r>
            <a:r>
              <a:rPr lang="en-US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tr-TR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ayısı: X</a:t>
            </a:r>
            <a:endParaRPr lang="en-US" sz="10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tr-TR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İl Göç idaresi kontrolünde kabul edilemeyen yolcu statüsünde ikamet eden yolcu sayısı:</a:t>
            </a:r>
            <a:r>
              <a:rPr lang="en-US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r-TR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CAF7C66-90E7-E4D3-9B9F-057286AD07F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515654" y="2901747"/>
            <a:ext cx="3618000" cy="240210"/>
            <a:chOff x="5515654" y="2670969"/>
            <a:chExt cx="3618000" cy="240210"/>
          </a:xfrm>
        </p:grpSpPr>
        <p:sp>
          <p:nvSpPr>
            <p:cNvPr id="37" name="object 37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886379" y="2670969"/>
              <a:ext cx="2876550" cy="18210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sz="1100" b="1" dirty="0">
                  <a:solidFill>
                    <a:srgbClr val="21999E"/>
                  </a:solidFill>
                  <a:latin typeface="Arial"/>
                  <a:cs typeface="Arial"/>
                </a:rPr>
                <a:t>TRANSFER</a:t>
              </a:r>
              <a:r>
                <a:rPr sz="1100" b="1" spc="-35" dirty="0">
                  <a:solidFill>
                    <a:srgbClr val="21999E"/>
                  </a:solidFill>
                  <a:latin typeface="Arial"/>
                  <a:cs typeface="Arial"/>
                </a:rPr>
                <a:t> </a:t>
              </a:r>
              <a:r>
                <a:rPr sz="1100" b="1" dirty="0">
                  <a:solidFill>
                    <a:srgbClr val="21999E"/>
                  </a:solidFill>
                  <a:latin typeface="Arial"/>
                  <a:cs typeface="Arial"/>
                </a:rPr>
                <a:t>BÖLGESİ</a:t>
              </a:r>
              <a:r>
                <a:rPr sz="1100" b="1" spc="-70" dirty="0">
                  <a:solidFill>
                    <a:srgbClr val="21999E"/>
                  </a:solidFill>
                  <a:latin typeface="Arial"/>
                  <a:cs typeface="Arial"/>
                </a:rPr>
                <a:t> </a:t>
              </a:r>
              <a:r>
                <a:rPr sz="1100" b="1" dirty="0">
                  <a:solidFill>
                    <a:srgbClr val="21999E"/>
                  </a:solidFill>
                  <a:latin typeface="Arial"/>
                  <a:cs typeface="Arial"/>
                </a:rPr>
                <a:t>YOLCU</a:t>
              </a:r>
              <a:r>
                <a:rPr sz="1100" b="1" spc="-40" dirty="0">
                  <a:solidFill>
                    <a:srgbClr val="21999E"/>
                  </a:solidFill>
                  <a:latin typeface="Arial"/>
                  <a:cs typeface="Arial"/>
                </a:rPr>
                <a:t> </a:t>
              </a:r>
              <a:r>
                <a:rPr sz="1100" b="1" spc="-10" dirty="0">
                  <a:solidFill>
                    <a:srgbClr val="21999E"/>
                  </a:solidFill>
                  <a:latin typeface="Arial"/>
                  <a:cs typeface="Arial"/>
                </a:rPr>
                <a:t>DURUMU</a:t>
              </a:r>
              <a:endParaRPr sz="1100" dirty="0">
                <a:latin typeface="Arial"/>
                <a:cs typeface="Arial"/>
              </a:endParaRPr>
            </a:p>
          </p:txBody>
        </p:sp>
        <p:sp>
          <p:nvSpPr>
            <p:cNvPr id="8" name="object 20">
              <a:extLst>
                <a:ext uri="{FF2B5EF4-FFF2-40B4-BE49-F238E27FC236}">
                  <a16:creationId xmlns:a16="http://schemas.microsoft.com/office/drawing/2014/main" id="{397F2FF9-D2F3-D23F-9D51-3EA4ACE104F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15654" y="2902924"/>
              <a:ext cx="3618000" cy="8255"/>
            </a:xfrm>
            <a:custGeom>
              <a:avLst/>
              <a:gdLst/>
              <a:ahLst/>
              <a:cxnLst/>
              <a:rect l="l" t="t" r="r" b="b"/>
              <a:pathLst>
                <a:path w="3935729" h="8255">
                  <a:moveTo>
                    <a:pt x="0" y="8254"/>
                  </a:moveTo>
                  <a:lnTo>
                    <a:pt x="3935603" y="0"/>
                  </a:lnTo>
                </a:path>
              </a:pathLst>
            </a:custGeom>
            <a:ln w="12192">
              <a:solidFill>
                <a:srgbClr val="2199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Rounded Rectangle 178">
            <a:extLst>
              <a:ext uri="{FF2B5EF4-FFF2-40B4-BE49-F238E27FC236}">
                <a16:creationId xmlns:a16="http://schemas.microsoft.com/office/drawing/2014/main" id="{7231BF8D-B6A9-BEFF-7EFB-FFC66259FE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1111" y="9769542"/>
            <a:ext cx="9716178" cy="605028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tr-TR" sz="11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object 17">
            <a:extLst>
              <a:ext uri="{FF2B5EF4-FFF2-40B4-BE49-F238E27FC236}">
                <a16:creationId xmlns:a16="http://schemas.microsoft.com/office/drawing/2014/main" id="{CCE4845D-3999-6873-4E1C-0D5420D627C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3279" y="4384601"/>
            <a:ext cx="803275" cy="1981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tr-TR" sz="1200" b="1" dirty="0">
                <a:solidFill>
                  <a:srgbClr val="21999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Toplam</a:t>
            </a:r>
            <a:endParaRPr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" name="object 3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81247" y="5410200"/>
            <a:ext cx="540000" cy="540000"/>
          </a:xfrm>
          <a:custGeom>
            <a:avLst/>
            <a:gdLst/>
            <a:ahLst/>
            <a:cxnLst/>
            <a:rect l="l" t="t" r="r" b="b"/>
            <a:pathLst>
              <a:path w="290195" h="332104">
                <a:moveTo>
                  <a:pt x="127088" y="117868"/>
                </a:moveTo>
                <a:lnTo>
                  <a:pt x="32956" y="117868"/>
                </a:lnTo>
                <a:lnTo>
                  <a:pt x="32956" y="131152"/>
                </a:lnTo>
                <a:lnTo>
                  <a:pt x="127088" y="131152"/>
                </a:lnTo>
                <a:lnTo>
                  <a:pt x="127088" y="117868"/>
                </a:lnTo>
                <a:close/>
              </a:path>
              <a:path w="290195" h="332104">
                <a:moveTo>
                  <a:pt x="127127" y="264833"/>
                </a:moveTo>
                <a:lnTo>
                  <a:pt x="33007" y="264833"/>
                </a:lnTo>
                <a:lnTo>
                  <a:pt x="33007" y="278295"/>
                </a:lnTo>
                <a:lnTo>
                  <a:pt x="127127" y="278295"/>
                </a:lnTo>
                <a:lnTo>
                  <a:pt x="127127" y="264833"/>
                </a:lnTo>
                <a:close/>
              </a:path>
              <a:path w="290195" h="332104">
                <a:moveTo>
                  <a:pt x="185026" y="228536"/>
                </a:moveTo>
                <a:lnTo>
                  <a:pt x="33007" y="228536"/>
                </a:lnTo>
                <a:lnTo>
                  <a:pt x="33007" y="236689"/>
                </a:lnTo>
                <a:lnTo>
                  <a:pt x="33007" y="240753"/>
                </a:lnTo>
                <a:lnTo>
                  <a:pt x="33007" y="242112"/>
                </a:lnTo>
                <a:lnTo>
                  <a:pt x="180187" y="242112"/>
                </a:lnTo>
                <a:lnTo>
                  <a:pt x="180187" y="240753"/>
                </a:lnTo>
                <a:lnTo>
                  <a:pt x="181927" y="240753"/>
                </a:lnTo>
                <a:lnTo>
                  <a:pt x="181927" y="236689"/>
                </a:lnTo>
                <a:lnTo>
                  <a:pt x="185026" y="236689"/>
                </a:lnTo>
                <a:lnTo>
                  <a:pt x="185026" y="228536"/>
                </a:lnTo>
                <a:close/>
              </a:path>
              <a:path w="290195" h="332104">
                <a:moveTo>
                  <a:pt x="187134" y="191477"/>
                </a:moveTo>
                <a:lnTo>
                  <a:pt x="33007" y="191477"/>
                </a:lnTo>
                <a:lnTo>
                  <a:pt x="33007" y="204876"/>
                </a:lnTo>
                <a:lnTo>
                  <a:pt x="187134" y="204876"/>
                </a:lnTo>
                <a:lnTo>
                  <a:pt x="187134" y="191477"/>
                </a:lnTo>
                <a:close/>
              </a:path>
              <a:path w="290195" h="332104">
                <a:moveTo>
                  <a:pt x="187159" y="154698"/>
                </a:moveTo>
                <a:lnTo>
                  <a:pt x="33007" y="154698"/>
                </a:lnTo>
                <a:lnTo>
                  <a:pt x="33007" y="168313"/>
                </a:lnTo>
                <a:lnTo>
                  <a:pt x="187159" y="168313"/>
                </a:lnTo>
                <a:lnTo>
                  <a:pt x="187159" y="154698"/>
                </a:lnTo>
                <a:close/>
              </a:path>
              <a:path w="290195" h="332104">
                <a:moveTo>
                  <a:pt x="213626" y="70370"/>
                </a:moveTo>
                <a:lnTo>
                  <a:pt x="158940" y="7442"/>
                </a:lnTo>
                <a:lnTo>
                  <a:pt x="158940" y="65138"/>
                </a:lnTo>
                <a:lnTo>
                  <a:pt x="163461" y="70446"/>
                </a:lnTo>
                <a:lnTo>
                  <a:pt x="211683" y="70485"/>
                </a:lnTo>
                <a:lnTo>
                  <a:pt x="213626" y="70370"/>
                </a:lnTo>
                <a:close/>
              </a:path>
              <a:path w="290195" h="332104">
                <a:moveTo>
                  <a:pt x="220802" y="158267"/>
                </a:moveTo>
                <a:lnTo>
                  <a:pt x="220472" y="152527"/>
                </a:lnTo>
                <a:lnTo>
                  <a:pt x="220281" y="150647"/>
                </a:lnTo>
                <a:lnTo>
                  <a:pt x="220319" y="84366"/>
                </a:lnTo>
                <a:lnTo>
                  <a:pt x="166725" y="84366"/>
                </a:lnTo>
                <a:lnTo>
                  <a:pt x="158356" y="82816"/>
                </a:lnTo>
                <a:lnTo>
                  <a:pt x="152107" y="78346"/>
                </a:lnTo>
                <a:lnTo>
                  <a:pt x="148196" y="71208"/>
                </a:lnTo>
                <a:lnTo>
                  <a:pt x="146837" y="61645"/>
                </a:lnTo>
                <a:lnTo>
                  <a:pt x="146837" y="0"/>
                </a:lnTo>
                <a:lnTo>
                  <a:pt x="17729" y="0"/>
                </a:lnTo>
                <a:lnTo>
                  <a:pt x="10706" y="1562"/>
                </a:lnTo>
                <a:lnTo>
                  <a:pt x="5080" y="5842"/>
                </a:lnTo>
                <a:lnTo>
                  <a:pt x="1358" y="12306"/>
                </a:lnTo>
                <a:lnTo>
                  <a:pt x="0" y="20370"/>
                </a:lnTo>
                <a:lnTo>
                  <a:pt x="12" y="311518"/>
                </a:lnTo>
                <a:lnTo>
                  <a:pt x="1397" y="319519"/>
                </a:lnTo>
                <a:lnTo>
                  <a:pt x="5130" y="325831"/>
                </a:lnTo>
                <a:lnTo>
                  <a:pt x="10655" y="330073"/>
                </a:lnTo>
                <a:lnTo>
                  <a:pt x="17411" y="331609"/>
                </a:lnTo>
                <a:lnTo>
                  <a:pt x="211493" y="331597"/>
                </a:lnTo>
                <a:lnTo>
                  <a:pt x="219227" y="324218"/>
                </a:lnTo>
                <a:lnTo>
                  <a:pt x="220586" y="307428"/>
                </a:lnTo>
                <a:lnTo>
                  <a:pt x="220116" y="300240"/>
                </a:lnTo>
                <a:lnTo>
                  <a:pt x="220116" y="292823"/>
                </a:lnTo>
                <a:lnTo>
                  <a:pt x="218643" y="293585"/>
                </a:lnTo>
                <a:lnTo>
                  <a:pt x="217385" y="294487"/>
                </a:lnTo>
                <a:lnTo>
                  <a:pt x="209702" y="296710"/>
                </a:lnTo>
                <a:lnTo>
                  <a:pt x="207543" y="301053"/>
                </a:lnTo>
                <a:lnTo>
                  <a:pt x="208927" y="315556"/>
                </a:lnTo>
                <a:lnTo>
                  <a:pt x="206324" y="318046"/>
                </a:lnTo>
                <a:lnTo>
                  <a:pt x="13843" y="318046"/>
                </a:lnTo>
                <a:lnTo>
                  <a:pt x="11811" y="315709"/>
                </a:lnTo>
                <a:lnTo>
                  <a:pt x="11811" y="16205"/>
                </a:lnTo>
                <a:lnTo>
                  <a:pt x="14084" y="13563"/>
                </a:lnTo>
                <a:lnTo>
                  <a:pt x="134823" y="13563"/>
                </a:lnTo>
                <a:lnTo>
                  <a:pt x="134823" y="62090"/>
                </a:lnTo>
                <a:lnTo>
                  <a:pt x="137134" y="76720"/>
                </a:lnTo>
                <a:lnTo>
                  <a:pt x="143598" y="88138"/>
                </a:lnTo>
                <a:lnTo>
                  <a:pt x="153555" y="95567"/>
                </a:lnTo>
                <a:lnTo>
                  <a:pt x="166293" y="98221"/>
                </a:lnTo>
                <a:lnTo>
                  <a:pt x="208521" y="98221"/>
                </a:lnTo>
                <a:lnTo>
                  <a:pt x="208521" y="184721"/>
                </a:lnTo>
                <a:lnTo>
                  <a:pt x="211772" y="179438"/>
                </a:lnTo>
                <a:lnTo>
                  <a:pt x="214172" y="173672"/>
                </a:lnTo>
                <a:lnTo>
                  <a:pt x="220370" y="163601"/>
                </a:lnTo>
                <a:lnTo>
                  <a:pt x="220802" y="158267"/>
                </a:lnTo>
                <a:close/>
              </a:path>
              <a:path w="290195" h="332104">
                <a:moveTo>
                  <a:pt x="271792" y="164985"/>
                </a:moveTo>
                <a:lnTo>
                  <a:pt x="242646" y="145630"/>
                </a:lnTo>
                <a:lnTo>
                  <a:pt x="241503" y="147726"/>
                </a:lnTo>
                <a:lnTo>
                  <a:pt x="185394" y="259600"/>
                </a:lnTo>
                <a:lnTo>
                  <a:pt x="184848" y="260553"/>
                </a:lnTo>
                <a:lnTo>
                  <a:pt x="184543" y="261658"/>
                </a:lnTo>
                <a:lnTo>
                  <a:pt x="184531" y="262788"/>
                </a:lnTo>
                <a:lnTo>
                  <a:pt x="187020" y="295084"/>
                </a:lnTo>
                <a:lnTo>
                  <a:pt x="189560" y="293878"/>
                </a:lnTo>
                <a:lnTo>
                  <a:pt x="197078" y="289864"/>
                </a:lnTo>
                <a:lnTo>
                  <a:pt x="203492" y="286232"/>
                </a:lnTo>
                <a:lnTo>
                  <a:pt x="212458" y="281762"/>
                </a:lnTo>
                <a:lnTo>
                  <a:pt x="214452" y="279654"/>
                </a:lnTo>
                <a:lnTo>
                  <a:pt x="215671" y="276974"/>
                </a:lnTo>
                <a:lnTo>
                  <a:pt x="271792" y="164985"/>
                </a:lnTo>
                <a:close/>
              </a:path>
              <a:path w="290195" h="332104">
                <a:moveTo>
                  <a:pt x="289572" y="128333"/>
                </a:moveTo>
                <a:lnTo>
                  <a:pt x="288239" y="123050"/>
                </a:lnTo>
                <a:lnTo>
                  <a:pt x="279793" y="117030"/>
                </a:lnTo>
                <a:lnTo>
                  <a:pt x="274916" y="113741"/>
                </a:lnTo>
                <a:lnTo>
                  <a:pt x="265747" y="108178"/>
                </a:lnTo>
                <a:lnTo>
                  <a:pt x="260946" y="109601"/>
                </a:lnTo>
                <a:lnTo>
                  <a:pt x="255117" y="120396"/>
                </a:lnTo>
                <a:lnTo>
                  <a:pt x="251968" y="126911"/>
                </a:lnTo>
                <a:lnTo>
                  <a:pt x="248577" y="133604"/>
                </a:lnTo>
                <a:lnTo>
                  <a:pt x="277876" y="153060"/>
                </a:lnTo>
                <a:lnTo>
                  <a:pt x="281292" y="146100"/>
                </a:lnTo>
                <a:lnTo>
                  <a:pt x="284784" y="139560"/>
                </a:lnTo>
                <a:lnTo>
                  <a:pt x="287756" y="132740"/>
                </a:lnTo>
                <a:lnTo>
                  <a:pt x="289572" y="128333"/>
                </a:lnTo>
                <a:close/>
              </a:path>
            </a:pathLst>
          </a:custGeom>
          <a:solidFill>
            <a:srgbClr val="1E4E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2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34654" y="5185073"/>
            <a:ext cx="3780000" cy="1087200"/>
          </a:xfrm>
          <a:custGeom>
            <a:avLst/>
            <a:gdLst/>
            <a:ahLst/>
            <a:cxnLst/>
            <a:rect l="l" t="t" r="r" b="b"/>
            <a:pathLst>
              <a:path w="4288790" h="628015">
                <a:moveTo>
                  <a:pt x="4183888" y="0"/>
                </a:moveTo>
                <a:lnTo>
                  <a:pt x="104647" y="0"/>
                </a:lnTo>
                <a:lnTo>
                  <a:pt x="63918" y="8225"/>
                </a:lnTo>
                <a:lnTo>
                  <a:pt x="30654" y="30654"/>
                </a:lnTo>
                <a:lnTo>
                  <a:pt x="8225" y="63918"/>
                </a:lnTo>
                <a:lnTo>
                  <a:pt x="0" y="104648"/>
                </a:lnTo>
                <a:lnTo>
                  <a:pt x="0" y="523239"/>
                </a:lnTo>
                <a:lnTo>
                  <a:pt x="8225" y="563969"/>
                </a:lnTo>
                <a:lnTo>
                  <a:pt x="30654" y="597233"/>
                </a:lnTo>
                <a:lnTo>
                  <a:pt x="63918" y="619662"/>
                </a:lnTo>
                <a:lnTo>
                  <a:pt x="104647" y="627887"/>
                </a:lnTo>
                <a:lnTo>
                  <a:pt x="4183888" y="627887"/>
                </a:lnTo>
                <a:lnTo>
                  <a:pt x="4224617" y="619662"/>
                </a:lnTo>
                <a:lnTo>
                  <a:pt x="4257881" y="597233"/>
                </a:lnTo>
                <a:lnTo>
                  <a:pt x="4280310" y="563969"/>
                </a:lnTo>
                <a:lnTo>
                  <a:pt x="4288536" y="523239"/>
                </a:lnTo>
                <a:lnTo>
                  <a:pt x="4288536" y="104648"/>
                </a:lnTo>
                <a:lnTo>
                  <a:pt x="4280310" y="63918"/>
                </a:lnTo>
                <a:lnTo>
                  <a:pt x="4257881" y="30654"/>
                </a:lnTo>
                <a:lnTo>
                  <a:pt x="4224617" y="8225"/>
                </a:lnTo>
                <a:lnTo>
                  <a:pt x="41838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Vardiya</a:t>
            </a:r>
            <a:r>
              <a:rPr lang="en-US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saatleri</a:t>
            </a:r>
            <a:r>
              <a:rPr lang="en-US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r-TR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içerisinde</a:t>
            </a:r>
            <a:r>
              <a:rPr lang="en-US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r-TR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</a:t>
            </a:r>
            <a:r>
              <a:rPr lang="en-US" sz="1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r-TR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adet </a:t>
            </a:r>
            <a:r>
              <a:rPr lang="en-US" sz="10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kural</a:t>
            </a:r>
            <a:r>
              <a:rPr lang="en-US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ihlal</a:t>
            </a:r>
            <a:r>
              <a:rPr lang="en-US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formu</a:t>
            </a:r>
            <a:r>
              <a:rPr lang="en-US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düzenlenmiştir</a:t>
            </a:r>
            <a:r>
              <a:rPr lang="en-US" sz="1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x-none" sz="10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172A98B-1B79-5A42-5E5A-6C302016BB4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451519" y="4876800"/>
            <a:ext cx="3744214" cy="227951"/>
            <a:chOff x="5451519" y="4626015"/>
            <a:chExt cx="3744214" cy="227951"/>
          </a:xfrm>
        </p:grpSpPr>
        <p:sp>
          <p:nvSpPr>
            <p:cNvPr id="7" name="object 7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51519" y="4626015"/>
              <a:ext cx="3744214" cy="18210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sz="1100" b="1" dirty="0">
                  <a:solidFill>
                    <a:srgbClr val="21999E"/>
                  </a:solidFill>
                  <a:latin typeface="Arial"/>
                  <a:cs typeface="Arial"/>
                </a:rPr>
                <a:t>KURAL</a:t>
              </a:r>
              <a:r>
                <a:rPr sz="1100" b="1" spc="-70" dirty="0">
                  <a:solidFill>
                    <a:srgbClr val="21999E"/>
                  </a:solidFill>
                  <a:latin typeface="Arial"/>
                  <a:cs typeface="Arial"/>
                </a:rPr>
                <a:t> </a:t>
              </a:r>
              <a:r>
                <a:rPr sz="1100" b="1" dirty="0">
                  <a:solidFill>
                    <a:srgbClr val="21999E"/>
                  </a:solidFill>
                  <a:latin typeface="Arial"/>
                  <a:cs typeface="Arial"/>
                </a:rPr>
                <a:t>İHLAL</a:t>
              </a:r>
              <a:r>
                <a:rPr sz="1100" b="1" spc="-60" dirty="0">
                  <a:solidFill>
                    <a:srgbClr val="21999E"/>
                  </a:solidFill>
                  <a:latin typeface="Arial"/>
                  <a:cs typeface="Arial"/>
                </a:rPr>
                <a:t> </a:t>
              </a:r>
              <a:r>
                <a:rPr sz="1100" b="1" spc="-10" dirty="0">
                  <a:solidFill>
                    <a:srgbClr val="21999E"/>
                  </a:solidFill>
                  <a:latin typeface="Arial"/>
                  <a:cs typeface="Arial"/>
                </a:rPr>
                <a:t>FORMLARI</a:t>
              </a:r>
              <a:endParaRPr sz="1100" dirty="0">
                <a:latin typeface="Arial"/>
                <a:cs typeface="Arial"/>
              </a:endParaRPr>
            </a:p>
          </p:txBody>
        </p:sp>
        <p:sp>
          <p:nvSpPr>
            <p:cNvPr id="6" name="object 20">
              <a:extLst>
                <a:ext uri="{FF2B5EF4-FFF2-40B4-BE49-F238E27FC236}">
                  <a16:creationId xmlns:a16="http://schemas.microsoft.com/office/drawing/2014/main" id="{C8B05F96-1D31-5C33-780C-222F3F7BA4A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14626" y="4845711"/>
              <a:ext cx="3618000" cy="8255"/>
            </a:xfrm>
            <a:custGeom>
              <a:avLst/>
              <a:gdLst/>
              <a:ahLst/>
              <a:cxnLst/>
              <a:rect l="l" t="t" r="r" b="b"/>
              <a:pathLst>
                <a:path w="3935729" h="8255">
                  <a:moveTo>
                    <a:pt x="0" y="8254"/>
                  </a:moveTo>
                  <a:lnTo>
                    <a:pt x="3935603" y="0"/>
                  </a:lnTo>
                </a:path>
              </a:pathLst>
            </a:custGeom>
            <a:ln w="12192">
              <a:solidFill>
                <a:srgbClr val="2199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0">
            <a:extLst>
              <a:ext uri="{FF2B5EF4-FFF2-40B4-BE49-F238E27FC236}">
                <a16:creationId xmlns:a16="http://schemas.microsoft.com/office/drawing/2014/main" id="{F15F93DE-B568-AB05-8004-C53C5DCB6204}"/>
              </a:ext>
            </a:extLst>
          </p:cNvPr>
          <p:cNvSpPr/>
          <p:nvPr/>
        </p:nvSpPr>
        <p:spPr>
          <a:xfrm>
            <a:off x="115200" y="886093"/>
            <a:ext cx="9828000" cy="8255"/>
          </a:xfrm>
          <a:custGeom>
            <a:avLst/>
            <a:gdLst/>
            <a:ahLst/>
            <a:cxnLst/>
            <a:rect l="l" t="t" r="r" b="b"/>
            <a:pathLst>
              <a:path w="3935729" h="8255">
                <a:moveTo>
                  <a:pt x="0" y="8254"/>
                </a:moveTo>
                <a:lnTo>
                  <a:pt x="3935603" y="0"/>
                </a:lnTo>
              </a:path>
            </a:pathLst>
          </a:custGeom>
          <a:ln w="19050">
            <a:solidFill>
              <a:srgbClr val="2199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Tablo 299">
            <a:extLst>
              <a:ext uri="{FF2B5EF4-FFF2-40B4-BE49-F238E27FC236}">
                <a16:creationId xmlns:a16="http://schemas.microsoft.com/office/drawing/2014/main" id="{244927A6-679A-7A82-1778-DCE7158921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3859351"/>
              </p:ext>
            </p:extLst>
          </p:nvPr>
        </p:nvGraphicFramePr>
        <p:xfrm>
          <a:off x="2659314" y="8137959"/>
          <a:ext cx="4739772" cy="1116369"/>
        </p:xfrm>
        <a:graphic>
          <a:graphicData uri="http://schemas.openxmlformats.org/drawingml/2006/table">
            <a:tbl>
              <a:tblPr/>
              <a:tblGrid>
                <a:gridCol w="3901788">
                  <a:extLst>
                    <a:ext uri="{9D8B030D-6E8A-4147-A177-3AD203B41FA5}">
                      <a16:colId xmlns:a16="http://schemas.microsoft.com/office/drawing/2014/main" val="608060883"/>
                    </a:ext>
                  </a:extLst>
                </a:gridCol>
                <a:gridCol w="837984">
                  <a:extLst>
                    <a:ext uri="{9D8B030D-6E8A-4147-A177-3AD203B41FA5}">
                      <a16:colId xmlns:a16="http://schemas.microsoft.com/office/drawing/2014/main" val="1888968532"/>
                    </a:ext>
                  </a:extLst>
                </a:gridCol>
              </a:tblGrid>
              <a:tr h="372123">
                <a:tc>
                  <a:txBody>
                    <a:bodyPr/>
                    <a:lstStyle/>
                    <a:p>
                      <a:pPr marL="0" marR="0" lvl="0" indent="0" algn="l" defTabSz="100584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VARDİYADA AÇILAN İŞ EMRİ SAYISI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999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5840" rtl="0" eaLnBrk="1" fontAlgn="b" latinLnBrk="0" hangingPunct="1"/>
                      <a:endParaRPr lang="en-US" sz="1000" b="1" kern="1200" dirty="0">
                        <a:solidFill>
                          <a:srgbClr val="22999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616216"/>
                  </a:ext>
                </a:extLst>
              </a:tr>
              <a:tr h="372123">
                <a:tc>
                  <a:txBody>
                    <a:bodyPr/>
                    <a:lstStyle/>
                    <a:p>
                      <a:pPr marL="0" algn="l" defTabSz="1005840" rtl="0" eaLnBrk="1" fontAlgn="b" latinLnBrk="0" hangingPunct="1"/>
                      <a:r>
                        <a:rPr lang="en-US" sz="10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VARDİYADA AÇILMIŞ OLUP KAPATILAN İŞ EMRİ SAYISI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999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5840" rtl="0" eaLnBrk="1" fontAlgn="b" latinLnBrk="0" hangingPunct="1"/>
                      <a:endParaRPr lang="en-US" sz="1000" b="1" kern="1200" dirty="0">
                        <a:solidFill>
                          <a:srgbClr val="22999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6927450"/>
                  </a:ext>
                </a:extLst>
              </a:tr>
              <a:tr h="372123">
                <a:tc>
                  <a:txBody>
                    <a:bodyPr/>
                    <a:lstStyle/>
                    <a:p>
                      <a:pPr marL="0" marR="0" lvl="0" indent="0" algn="l" defTabSz="100584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Tahoma" panose="020B0604030504040204" pitchFamily="34" charset="0"/>
                          <a:cs typeface="Arial" panose="020B0604020202020204" pitchFamily="34" charset="0"/>
                        </a:rPr>
                        <a:t>VARDİYA AÇILIP DEVAM EDEN İŞ EMRİ SAYISI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999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584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rgbClr val="22999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5412233"/>
                  </a:ext>
                </a:extLst>
              </a:tr>
            </a:tbl>
          </a:graphicData>
        </a:graphic>
      </p:graphicFrame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5E9DA3E1-1CF8-BAEC-F128-0C70BAD55C1C}"/>
              </a:ext>
            </a:extLst>
          </p:cNvPr>
          <p:cNvSpPr>
            <a:spLocks noGrp="1"/>
          </p:cNvSpPr>
          <p:nvPr>
            <p:ph type="ftr" sz="quarter" idx="5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 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NG" val=" 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NG" val=" 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NG" val=" 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İNG" val=" "/>
  <p:tag name="BJHEADERFOOTERTEXTMARKING" val=" 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"/>
  <p:tag name="BJHEADERFOOTERTEXTMARKING" val=" 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385be722-8b42-4537-930a-df1efbfec83a" origin="userSelected">
  <element uid="id_classification_confidential" value=""/>
</sisl>
</file>

<file path=customXml/item2.xml><?xml version="1.0" encoding="utf-8"?>
<WrappedLabelHistory xmlns:xsd="http://www.w3.org/2001/XMLSchema" xmlns:xsi="http://www.w3.org/2001/XMLSchema-instance" xmlns="http://www.boldonjames.com/2016/02/Classifier/internal/wrappedLabelHistory">
  <Value>PD94bWwgdmVyc2lvbj0iMS4wIiBlbmNvZGluZz0idXMtYXNjaWkiPz48bGFiZWxIaXN0b3J5IHhtbG5zOnhzZD0iaHR0cDovL3d3dy53My5vcmcvMjAwMS9YTUxTY2hlbWEiIHhtbG5zOnhzaT0iaHR0cDovL3d3dy53My5vcmcvMjAwMS9YTUxTY2hlbWEtaW5zdGFuY2UiIHhtbG5zPSJodHRwOi8vd3d3LmJvbGRvbmphbWVzLmNvbS8yMDE2LzAyL0NsYXNzaWZpZXIvaW50ZXJuYWwvbGFiZWxIaXN0b3J5Ij48aXRlbT48c2lzbCBzaXNsVmVyc2lvbj0iMCIgcG9saWN5PSIzODViZTcyMi04YjQyLTQ1MzctOTMwYS1kZjFlZmJmZWM4M2EiIG9yaWdpbj0idXNlclNlbGVjdGVkIj48ZWxlbWVudCB1aWQ9ImlkX2NsYXNzaWZpY2F0aW9uX2NvbmZpZGVudGlhbCIgdmFsdWU9IiIgeG1sbnM9Imh0dHA6Ly93d3cuYm9sZG9uamFtZXMuY29tLzIwMDgvMDEvc2llL2ludGVybmFsL2xhYmVsIiAvPjwvc2lzbD48VXNlck5hbWU+SUdBSVJQT1JUXG9udXIua2FyYXRheTwvVXNlck5hbWU+PERhdGVUaW1lPjI3LjA1LjIwMjQgMDk6MjY6NTI8L0RhdGVUaW1lPjxMYWJlbFN0cmluZz5IaXptZXRlICYjeEQ2O3plbCAvIFJlc3RyaWN0ZWQ8L0xhYmVsU3RyaW5nPjwvaXRlbT48L2xhYmVsSGlzdG9yeT4=</Value>
</WrappedLabelHistory>
</file>

<file path=customXml/itemProps1.xml><?xml version="1.0" encoding="utf-8"?>
<ds:datastoreItem xmlns:ds="http://schemas.openxmlformats.org/officeDocument/2006/customXml" ds:itemID="{50701E8C-91D0-4019-92FC-7E27F8BFC574}">
  <ds:schemaRefs>
    <ds:schemaRef ds:uri="http://www.w3.org/2001/XMLSchema"/>
    <ds:schemaRef ds:uri="http://www.boldonjames.com/2008/01/sie/internal/label"/>
  </ds:schemaRefs>
</ds:datastoreItem>
</file>

<file path=customXml/itemProps2.xml><?xml version="1.0" encoding="utf-8"?>
<ds:datastoreItem xmlns:ds="http://schemas.openxmlformats.org/officeDocument/2006/customXml" ds:itemID="{43C5279E-C143-4705-80A6-D9E3070B6A05}">
  <ds:schemaRefs>
    <ds:schemaRef ds:uri="http://www.w3.org/2001/XMLSchema"/>
    <ds:schemaRef ds:uri="http://www.boldonjames.com/2016/02/Classifier/internal/wrappedLabelHistory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674</TotalTime>
  <Words>248</Words>
  <Application>Microsoft Macintosh PowerPoint</Application>
  <PresentationFormat>Özel</PresentationFormat>
  <Paragraphs>63</Paragraphs>
  <Slides>1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5" baseType="lpstr">
      <vt:lpstr>Arial</vt:lpstr>
      <vt:lpstr>Calibri</vt:lpstr>
      <vt:lpstr>Tahoma</vt:lpstr>
      <vt:lpstr>Office Theme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Ismail Korik</dc:creator>
  <cp:keywords>Hizmete Özel / Restricted</cp:keywords>
  <cp:lastModifiedBy>Berkay Korik</cp:lastModifiedBy>
  <cp:revision>51</cp:revision>
  <cp:lastPrinted>2025-12-27T18:44:32Z</cp:lastPrinted>
  <dcterms:created xsi:type="dcterms:W3CDTF">2024-05-14T18:41:16Z</dcterms:created>
  <dcterms:modified xsi:type="dcterms:W3CDTF">2026-06-01T13:03:08Z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2024-05-14T00:00:00Z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2024-05-14T00:00:00Z</vt:filetime>
  </property>
  <property fmtid="{D5CDD505-2E9C-101B-9397-08002B2CF9AE}" pid="5" name="Producer">
    <vt:lpwstr>Microsoft® PowerPoint® 2019</vt:lpwstr>
  </property>
  <property fmtid="{D5CDD505-2E9C-101B-9397-08002B2CF9AE}" pid="6" name="docIndexRef">
    <vt:lpwstr>f6229c63-5010-4925-9c82-14a6f1b6b0b7</vt:lpwstr>
  </property>
  <property fmtid="{D5CDD505-2E9C-101B-9397-08002B2CF9AE}" pid="7" name="bjSaver">
    <vt:lpwstr>EKuD12lNDfFMbYIPi4rurqlQEzCJ3APi</vt:lpwstr>
  </property>
  <property fmtid="{D5CDD505-2E9C-101B-9397-08002B2CF9AE}" pid="8" name="bjDocumentLabelXML">
    <vt:lpwstr>&lt;?xml version="1.0" encoding="us-ascii"?&gt;&lt;sisl xmlns:xsd="http://www.w3.org/2001/XMLSchema" xmlns:xsi="http://www.w3.org/2001/XMLSchema-instance" sislVersion="0" policy="385be722-8b42-4537-930a-df1efbfec83a" origin="userSelected" xmlns="http://www.boldonj</vt:lpwstr>
  </property>
  <property fmtid="{D5CDD505-2E9C-101B-9397-08002B2CF9AE}" pid="9" name="bjDocumentLabelXML-0">
    <vt:lpwstr>ames.com/2008/01/sie/internal/label"&gt;&lt;element uid="id_classification_confidential" value="" /&gt;&lt;/sisl&gt;</vt:lpwstr>
  </property>
  <property fmtid="{D5CDD505-2E9C-101B-9397-08002B2CF9AE}" pid="10" name="bjDocumentSecurityLabel">
    <vt:lpwstr>Hizmete Özel / Restricted</vt:lpwstr>
  </property>
  <property fmtid="{D5CDD505-2E9C-101B-9397-08002B2CF9AE}" pid="11" name="bjLabelHistoryID">
    <vt:lpwstr>{43C5279E-C143-4705-80A6-D9E3070B6A05}</vt:lpwstr>
  </property>
  <property fmtid="{D5CDD505-2E9C-101B-9397-08002B2CF9AE}" pid="12" name="bjSlideMasterFooterText">
    <vt:lpwstr> </vt:lpwstr>
  </property>
  <property fmtid="{D5CDD505-2E9C-101B-9397-08002B2CF9AE}" pid="13" name="bjpmDocIH">
    <vt:lpwstr>8rqpEakDEX1G5GNrHgIGxsV1Ksp6r37a</vt:lpwstr>
  </property>
  <property fmtid="{D5CDD505-2E9C-101B-9397-08002B2CF9AE}" pid="14" name="bjClsUserRVM">
    <vt:lpwstr>[{"VisualMarkingType":2,"ShapeName":"","ApplyMarking":true}]</vt:lpwstr>
  </property>
</Properties>
</file>