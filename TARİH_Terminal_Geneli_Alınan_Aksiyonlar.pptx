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3"/>
  </p:sldMasterIdLst>
  <p:notesMasterIdLst>
    <p:notesMasterId r:id="rId7"/>
  </p:notesMasterIdLst>
  <p:handoutMasterIdLst>
    <p:handoutMasterId r:id="rId8"/>
  </p:handoutMasterIdLst>
  <p:sldIdLst>
    <p:sldId id="721" r:id="rId4"/>
    <p:sldId id="798" r:id="rId5"/>
    <p:sldId id="799" r:id="rId6"/>
  </p:sldIdLst>
  <p:sldSz cx="24382413" cy="13716000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arsayılan Bölüm" id="{25CA66C2-7037-BC42-A97A-F475F83F106A}">
          <p14:sldIdLst>
            <p14:sldId id="721"/>
            <p14:sldId id="798"/>
            <p14:sldId id="79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rfin Elitaş" initials="BE" lastIdx="1" clrIdx="0">
    <p:extLst>
      <p:ext uri="{19B8F6BF-5375-455C-9EA6-DF929625EA0E}">
        <p15:presenceInfo xmlns:p15="http://schemas.microsoft.com/office/powerpoint/2012/main" userId="S-1-5-21-742682598-214643559-1648686380-3814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2B00"/>
    <a:srgbClr val="FFFFFF"/>
    <a:srgbClr val="F6F4E7"/>
    <a:srgbClr val="FCFBEF"/>
    <a:srgbClr val="2ABAAE"/>
    <a:srgbClr val="F05B5B"/>
    <a:srgbClr val="09BD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ema Uygulanmış Stil 1 - Vurgu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5AB1C69-6EDB-4FF4-983F-18BD219EF322}" styleName="Orta Stil 2 - Vurgu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Orta Stil 1 - Vurgu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B344D84-9AFB-497E-A393-DC336BA19D2E}" styleName="Orta Stil 3 - Vurgu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Açık Stil 2 - Vurgu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82" autoAdjust="0"/>
    <p:restoredTop sz="95545" autoAdjust="0"/>
  </p:normalViewPr>
  <p:slideViewPr>
    <p:cSldViewPr snapToGrid="0" snapToObjects="1">
      <p:cViewPr varScale="1">
        <p:scale>
          <a:sx n="52" d="100"/>
          <a:sy n="52" d="100"/>
        </p:scale>
        <p:origin x="1260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53" d="100"/>
          <a:sy n="53" d="100"/>
        </p:scale>
        <p:origin x="310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2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AEBB1E-CBBC-4280-8EAD-D33EC1D9F1F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  <p:custDataLst>
              <p:tags r:id="rId2"/>
            </p:custDataLst>
          </p:nvPr>
        </p:nvSpPr>
        <p:spPr>
          <a:xfrm>
            <a:off x="0" y="9721850"/>
            <a:ext cx="71040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5564F2-F0F5-4841-B3FD-03425E6C6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53703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7"/>
          </a:xfrm>
          <a:prstGeom prst="rect">
            <a:avLst/>
          </a:prstGeom>
        </p:spPr>
        <p:txBody>
          <a:bodyPr vert="horz" lIns="99063" tIns="49532" rIns="99063" bIns="49532" rtlCol="0"/>
          <a:lstStyle>
            <a:lvl1pPr algn="l">
              <a:defRPr sz="14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4023993" y="1"/>
            <a:ext cx="3078427" cy="513507"/>
          </a:xfrm>
          <a:prstGeom prst="rect">
            <a:avLst/>
          </a:prstGeom>
        </p:spPr>
        <p:txBody>
          <a:bodyPr vert="horz" lIns="99063" tIns="49532" rIns="99063" bIns="49532" rtlCol="0"/>
          <a:lstStyle>
            <a:lvl1pPr algn="r">
              <a:defRPr sz="1400"/>
            </a:lvl1pPr>
          </a:lstStyle>
          <a:p>
            <a:fld id="{72C29E92-876C-E44F-8891-59469F4DDCE8}" type="datetimeFigureOut">
              <a:rPr lang="tr-TR" smtClean="0"/>
              <a:t>4.06.2026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3" tIns="49532" rIns="99063" bIns="49532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63" tIns="49532" rIns="99063" bIns="49532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  <p:custDataLst>
              <p:tags r:id="rId2"/>
            </p:custDataLst>
          </p:nvPr>
        </p:nvSpPr>
        <p:spPr>
          <a:xfrm>
            <a:off x="0" y="9721107"/>
            <a:ext cx="7104063" cy="513506"/>
          </a:xfrm>
          <a:prstGeom prst="rect">
            <a:avLst/>
          </a:prstGeom>
        </p:spPr>
        <p:txBody>
          <a:bodyPr vert="horz" lIns="99063" tIns="49532" rIns="99063" bIns="49532" rtlCol="0" anchor="b"/>
          <a:lstStyle>
            <a:lvl1pPr algn="l">
              <a:defRPr sz="1200" b="0" i="0" u="none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tr-TR"/>
              <a:t> </a:t>
            </a:r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6"/>
          </a:xfrm>
          <a:prstGeom prst="rect">
            <a:avLst/>
          </a:prstGeom>
        </p:spPr>
        <p:txBody>
          <a:bodyPr vert="horz" lIns="99063" tIns="49532" rIns="99063" bIns="49532" rtlCol="0" anchor="b"/>
          <a:lstStyle>
            <a:lvl1pPr algn="r">
              <a:defRPr sz="1400"/>
            </a:lvl1pPr>
          </a:lstStyle>
          <a:p>
            <a:fld id="{5288B592-785F-3D4C-A1AA-3CB2BF8E34A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5136954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Üst Bilgi Yer Tutucusu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4"/>
            <p:custDataLst>
              <p:tags r:id="rId1"/>
            </p:custDataLst>
          </p:nvPr>
        </p:nvSpPr>
        <p:spPr>
          <a:xfrm>
            <a:off x="0" y="9721107"/>
            <a:ext cx="7104063" cy="513506"/>
          </a:xfrm>
        </p:spPr>
        <p:txBody>
          <a:bodyPr/>
          <a:lstStyle/>
          <a:p>
            <a:r>
              <a:rPr lang="tr-TR"/>
              <a:t> 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8B592-785F-3D4C-A1AA-3CB2BF8E34A4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71433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  <p:custDataLst>
              <p:tags r:id="rId1"/>
            </p:custDataLst>
          </p:nvPr>
        </p:nvSpPr>
        <p:spPr>
          <a:xfrm>
            <a:off x="0" y="9721107"/>
            <a:ext cx="7104063" cy="513506"/>
          </a:xfrm>
        </p:spPr>
        <p:txBody>
          <a:bodyPr/>
          <a:lstStyle/>
          <a:p>
            <a:r>
              <a:rPr lang="tr-TR"/>
              <a:t>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8B592-785F-3D4C-A1AA-3CB2BF8E34A4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875576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  <p:custDataLst>
              <p:tags r:id="rId1"/>
            </p:custDataLst>
          </p:nvPr>
        </p:nvSpPr>
        <p:spPr>
          <a:xfrm>
            <a:off x="0" y="9721107"/>
            <a:ext cx="7104063" cy="513506"/>
          </a:xfrm>
        </p:spPr>
        <p:txBody>
          <a:bodyPr/>
          <a:lstStyle/>
          <a:p>
            <a:r>
              <a:rPr lang="tr-TR"/>
              <a:t>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8B592-785F-3D4C-A1AA-3CB2BF8E34A4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82473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 Placeholder 5">
            <a:extLst>
              <a:ext uri="{FF2B5EF4-FFF2-40B4-BE49-F238E27FC236}">
                <a16:creationId xmlns:a16="http://schemas.microsoft.com/office/drawing/2014/main" id="{708C4650-81F3-1142-B9F3-F4B45E1B83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185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153C6E9C-9A17-A74A-8A99-B22BBF5E3463}" type="slidenum">
              <a:rPr lang="tr-TR" smtClean="0"/>
              <a:pPr/>
              <a:t>‹#›</a:t>
            </a:fld>
            <a:endParaRPr lang="tr-TR" dirty="0"/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9F0E0FE9-A97F-744E-96E2-CFE0E9740C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0482" y="6017427"/>
            <a:ext cx="20213182" cy="1201929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tr-TR" dirty="0"/>
              <a:t>Ana Başlık Ekleyiniz</a:t>
            </a:r>
            <a:endParaRPr lang="en-US" dirty="0"/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9A6B2199-AFFE-5140-BE92-2DE69B65EBB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90483" y="7281806"/>
            <a:ext cx="20213182" cy="95426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54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914354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709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063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417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1771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126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48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4834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dirty="0"/>
              <a:t>Alt Başlık Ekleyiniz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423E10E4-A10A-84FE-83D1-9B13A5D957B3}"/>
              </a:ext>
            </a:extLst>
          </p:cNvPr>
          <p:cNvSpPr/>
          <p:nvPr userDrawn="1"/>
        </p:nvSpPr>
        <p:spPr>
          <a:xfrm>
            <a:off x="2086138" y="2093778"/>
            <a:ext cx="20213180" cy="9521846"/>
          </a:xfrm>
          <a:prstGeom prst="rect">
            <a:avLst/>
          </a:prstGeom>
          <a:noFill/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1" name="Dikdörtgen 50">
            <a:extLst>
              <a:ext uri="{FF2B5EF4-FFF2-40B4-BE49-F238E27FC236}">
                <a16:creationId xmlns:a16="http://schemas.microsoft.com/office/drawing/2014/main" id="{6D6AF731-06E5-B13F-1A32-DC2C567AC9E1}"/>
              </a:ext>
            </a:extLst>
          </p:cNvPr>
          <p:cNvSpPr/>
          <p:nvPr userDrawn="1"/>
        </p:nvSpPr>
        <p:spPr>
          <a:xfrm>
            <a:off x="0" y="0"/>
            <a:ext cx="1307789" cy="13716000"/>
          </a:xfrm>
          <a:prstGeom prst="rect">
            <a:avLst/>
          </a:prstGeom>
          <a:solidFill>
            <a:srgbClr val="F6F4E7"/>
          </a:solidFill>
          <a:ln>
            <a:noFill/>
          </a:ln>
          <a:effectLst>
            <a:outerShdw blurRad="50800" dist="50800" dir="5400000" algn="ctr" rotWithShape="0">
              <a:srgbClr val="FFFFFF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52" name="Dikdörtgen 51">
            <a:extLst>
              <a:ext uri="{FF2B5EF4-FFF2-40B4-BE49-F238E27FC236}">
                <a16:creationId xmlns:a16="http://schemas.microsoft.com/office/drawing/2014/main" id="{44027ED7-2C2C-8B9F-72D3-C70AEC2AF302}"/>
              </a:ext>
            </a:extLst>
          </p:cNvPr>
          <p:cNvSpPr/>
          <p:nvPr userDrawn="1"/>
        </p:nvSpPr>
        <p:spPr>
          <a:xfrm>
            <a:off x="0" y="13442951"/>
            <a:ext cx="24382413" cy="269209"/>
          </a:xfrm>
          <a:prstGeom prst="rect">
            <a:avLst/>
          </a:prstGeom>
          <a:solidFill>
            <a:srgbClr val="F6F4E7"/>
          </a:solidFill>
          <a:ln>
            <a:noFill/>
          </a:ln>
          <a:effectLst>
            <a:outerShdw blurRad="50800" dist="50800" dir="5400000" algn="ctr" rotWithShape="0">
              <a:srgbClr val="FFFFFF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pic>
        <p:nvPicPr>
          <p:cNvPr id="55" name="Resim 54">
            <a:extLst>
              <a:ext uri="{FF2B5EF4-FFF2-40B4-BE49-F238E27FC236}">
                <a16:creationId xmlns:a16="http://schemas.microsoft.com/office/drawing/2014/main" id="{4D24D17D-71E5-4C9B-180B-659F3BCA71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68947" y="3323773"/>
            <a:ext cx="1552353" cy="15523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E084E2-7EF5-4701-A5E9-082C2F5AB2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 trans="20000" detail="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650708" y="1752852"/>
            <a:ext cx="6883231" cy="10399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092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23784214-590D-1E47-9284-B8C813A18A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6475" y="394660"/>
            <a:ext cx="20106186" cy="118091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6000" b="1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tr-TR" dirty="0"/>
              <a:t>Başlık Ekleyiniz</a:t>
            </a:r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C18EAB82-363D-E247-9B33-FFC29D5DC3A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66475" y="1930400"/>
            <a:ext cx="23300220" cy="105864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500" b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914354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709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063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417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1771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126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48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4834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Açıklama Ekleyiniz</a:t>
            </a:r>
            <a:endParaRPr lang="tr-TR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BDD7318-059B-CD4F-BA85-6F57313B0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0652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153C6E9C-9A17-A74A-8A99-B22BBF5E3463}" type="slidenum">
              <a:rPr lang="tr-TR" smtClean="0"/>
              <a:pPr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58755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3C6E9C-9A17-A74A-8A99-B22BBF5E3463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5" name="Arrow: Bent 38">
            <a:extLst>
              <a:ext uri="{FF2B5EF4-FFF2-40B4-BE49-F238E27FC236}">
                <a16:creationId xmlns:a16="http://schemas.microsoft.com/office/drawing/2014/main" id="{FE3E798E-6CD3-49E6-8E78-353FB9BBCB5A}"/>
              </a:ext>
            </a:extLst>
          </p:cNvPr>
          <p:cNvSpPr/>
          <p:nvPr userDrawn="1"/>
        </p:nvSpPr>
        <p:spPr>
          <a:xfrm>
            <a:off x="350138" y="2440538"/>
            <a:ext cx="760650" cy="716730"/>
          </a:xfrm>
          <a:prstGeom prst="bentArrow">
            <a:avLst/>
          </a:prstGeom>
          <a:solidFill>
            <a:srgbClr val="6C2B00"/>
          </a:solidFill>
          <a:ln>
            <a:solidFill>
              <a:srgbClr val="6C2B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D0B6E7-A850-436D-9DFF-28DD4FDD3F1D}"/>
              </a:ext>
            </a:extLst>
          </p:cNvPr>
          <p:cNvSpPr txBox="1"/>
          <p:nvPr userDrawn="1"/>
        </p:nvSpPr>
        <p:spPr>
          <a:xfrm>
            <a:off x="-252141" y="3521873"/>
            <a:ext cx="1965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TESPİTLER</a:t>
            </a:r>
            <a:endParaRPr lang="tr-TR" sz="1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3" name="Text Placeholder 42"/>
          <p:cNvSpPr>
            <a:spLocks noGrp="1"/>
          </p:cNvSpPr>
          <p:nvPr>
            <p:ph type="body" sz="quarter" idx="25"/>
          </p:nvPr>
        </p:nvSpPr>
        <p:spPr>
          <a:xfrm>
            <a:off x="350838" y="401638"/>
            <a:ext cx="22813200" cy="11809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457177" lvl="0" indent="-457177">
              <a:spcBef>
                <a:spcPct val="0"/>
              </a:spcBef>
            </a:pPr>
            <a:endParaRPr lang="en-US" dirty="0"/>
          </a:p>
        </p:txBody>
      </p:sp>
      <p:sp>
        <p:nvSpPr>
          <p:cNvPr id="45" name="Text Placeholder 22"/>
          <p:cNvSpPr>
            <a:spLocks noGrp="1"/>
          </p:cNvSpPr>
          <p:nvPr>
            <p:ph type="body" sz="quarter" idx="27"/>
          </p:nvPr>
        </p:nvSpPr>
        <p:spPr>
          <a:xfrm>
            <a:off x="1566000" y="4898865"/>
            <a:ext cx="2890800" cy="1624013"/>
          </a:xfrm>
          <a:prstGeom prst="rect">
            <a:avLst/>
          </a:prstGeom>
          <a:ln w="47625">
            <a:solidFill>
              <a:srgbClr val="6C2B00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500" u="none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6" name="Text Placeholder 22"/>
          <p:cNvSpPr>
            <a:spLocks noGrp="1"/>
          </p:cNvSpPr>
          <p:nvPr>
            <p:ph type="body" sz="quarter" idx="28"/>
          </p:nvPr>
        </p:nvSpPr>
        <p:spPr>
          <a:xfrm>
            <a:off x="19969200" y="4898865"/>
            <a:ext cx="2890800" cy="1624013"/>
          </a:xfrm>
          <a:prstGeom prst="rect">
            <a:avLst/>
          </a:prstGeom>
          <a:ln w="47625">
            <a:solidFill>
              <a:srgbClr val="6C2B00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500" u="none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7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16902000" y="4898865"/>
            <a:ext cx="2890800" cy="1624013"/>
          </a:xfrm>
          <a:prstGeom prst="rect">
            <a:avLst/>
          </a:prstGeom>
          <a:ln w="47625">
            <a:solidFill>
              <a:srgbClr val="6C2B00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500" u="none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8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4633200" y="4898865"/>
            <a:ext cx="2890800" cy="1624013"/>
          </a:xfrm>
          <a:prstGeom prst="rect">
            <a:avLst/>
          </a:prstGeom>
          <a:ln w="47625">
            <a:solidFill>
              <a:srgbClr val="6C2B00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500" u="none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9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10767600" y="4898865"/>
            <a:ext cx="2890800" cy="1624013"/>
          </a:xfrm>
          <a:prstGeom prst="rect">
            <a:avLst/>
          </a:prstGeom>
          <a:ln w="47625">
            <a:solidFill>
              <a:srgbClr val="6C2B00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500" u="none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0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7700400" y="4898865"/>
            <a:ext cx="2890800" cy="1624013"/>
          </a:xfrm>
          <a:prstGeom prst="rect">
            <a:avLst/>
          </a:prstGeom>
          <a:ln w="47625">
            <a:solidFill>
              <a:srgbClr val="6C2B00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500" u="none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1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13834800" y="4898865"/>
            <a:ext cx="2890800" cy="1624013"/>
          </a:xfrm>
          <a:prstGeom prst="rect">
            <a:avLst/>
          </a:prstGeom>
          <a:ln w="47625">
            <a:solidFill>
              <a:srgbClr val="6C2B00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500" u="none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34" hasCustomPrompt="1"/>
          </p:nvPr>
        </p:nvSpPr>
        <p:spPr>
          <a:xfrm>
            <a:off x="1566000" y="12304800"/>
            <a:ext cx="21294000" cy="817200"/>
          </a:xfrm>
          <a:prstGeom prst="rect">
            <a:avLst/>
          </a:prstGeom>
          <a:ln w="47625">
            <a:solidFill>
              <a:srgbClr val="6C2B00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 u="none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tr-TR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kontrolleri sağlanmış olup toplam </a:t>
            </a:r>
            <a:r>
              <a:rPr lang="tr-TR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tr-TR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adet uygunsuzluk tespit edilmiş ve iş kaydı açılmıştır.</a:t>
            </a:r>
            <a:endParaRPr lang="en-US" dirty="0"/>
          </a:p>
        </p:txBody>
      </p:sp>
      <p:sp>
        <p:nvSpPr>
          <p:cNvPr id="2" name="Text Placeholder 22">
            <a:extLst>
              <a:ext uri="{FF2B5EF4-FFF2-40B4-BE49-F238E27FC236}">
                <a16:creationId xmlns:a16="http://schemas.microsoft.com/office/drawing/2014/main" id="{7A7BC82A-92CC-40BB-4DB6-29E1FE6E149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566000" y="10561499"/>
            <a:ext cx="2890800" cy="1624013"/>
          </a:xfrm>
          <a:prstGeom prst="rect">
            <a:avLst/>
          </a:prstGeom>
          <a:ln w="47625">
            <a:solidFill>
              <a:srgbClr val="6C2B00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500" u="none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Text Placeholder 22">
            <a:extLst>
              <a:ext uri="{FF2B5EF4-FFF2-40B4-BE49-F238E27FC236}">
                <a16:creationId xmlns:a16="http://schemas.microsoft.com/office/drawing/2014/main" id="{5BDDF051-1BC2-79F2-2369-1247A80C8DF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9969200" y="10561499"/>
            <a:ext cx="2890800" cy="1624013"/>
          </a:xfrm>
          <a:prstGeom prst="rect">
            <a:avLst/>
          </a:prstGeom>
          <a:ln w="47625">
            <a:solidFill>
              <a:srgbClr val="6C2B00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500" u="none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22">
            <a:extLst>
              <a:ext uri="{FF2B5EF4-FFF2-40B4-BE49-F238E27FC236}">
                <a16:creationId xmlns:a16="http://schemas.microsoft.com/office/drawing/2014/main" id="{DD8FA528-D680-64CA-C3F3-0787B53E26B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6902000" y="10561499"/>
            <a:ext cx="2890800" cy="1624013"/>
          </a:xfrm>
          <a:prstGeom prst="rect">
            <a:avLst/>
          </a:prstGeom>
          <a:ln w="47625">
            <a:solidFill>
              <a:srgbClr val="6C2B00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500" u="none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7117BB53-A048-3491-7A2B-2766B24D905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633200" y="10561499"/>
            <a:ext cx="2890800" cy="1624013"/>
          </a:xfrm>
          <a:prstGeom prst="rect">
            <a:avLst/>
          </a:prstGeom>
          <a:ln w="47625">
            <a:solidFill>
              <a:srgbClr val="6C2B00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500" u="none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4835014A-90B1-A795-CA32-D5F52121C85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0767600" y="10561499"/>
            <a:ext cx="2890800" cy="1624013"/>
          </a:xfrm>
          <a:prstGeom prst="rect">
            <a:avLst/>
          </a:prstGeom>
          <a:ln w="47625">
            <a:solidFill>
              <a:srgbClr val="6C2B00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500" u="none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BF2D70AF-CD76-1E93-1B26-84312EED548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7700400" y="10561499"/>
            <a:ext cx="2890800" cy="1624013"/>
          </a:xfrm>
          <a:prstGeom prst="rect">
            <a:avLst/>
          </a:prstGeom>
          <a:ln w="47625">
            <a:solidFill>
              <a:srgbClr val="6C2B00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500" u="none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70E00BB6-D962-9DC1-7F53-5E13D215D20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3834800" y="10561499"/>
            <a:ext cx="2890800" cy="1624013"/>
          </a:xfrm>
          <a:prstGeom prst="rect">
            <a:avLst/>
          </a:prstGeom>
          <a:ln w="47625">
            <a:solidFill>
              <a:srgbClr val="6C2B00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500" u="none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E8198B2-CE55-FDFC-594C-56B5BB800715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712912" y="1183177"/>
            <a:ext cx="2664000" cy="3596400"/>
          </a:xfrm>
          <a:prstGeom prst="rect">
            <a:avLst/>
          </a:prstGeom>
          <a:ln w="38100">
            <a:solidFill>
              <a:srgbClr val="6C2B00"/>
            </a:solidFill>
          </a:ln>
        </p:spPr>
        <p:txBody>
          <a:bodyPr/>
          <a:lstStyle>
            <a:lvl1pPr>
              <a:defRPr sz="2600"/>
            </a:lvl1pPr>
          </a:lstStyle>
          <a:p>
            <a:endParaRPr lang="tr-TR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3EC2600B-D778-9833-A9E8-A8D645CE9AB2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746600" y="1183177"/>
            <a:ext cx="2664000" cy="3596400"/>
          </a:xfrm>
          <a:prstGeom prst="rect">
            <a:avLst/>
          </a:prstGeom>
          <a:ln w="38100">
            <a:solidFill>
              <a:srgbClr val="6C2B00"/>
            </a:solidFill>
          </a:ln>
        </p:spPr>
        <p:txBody>
          <a:bodyPr/>
          <a:lstStyle>
            <a:lvl1pPr>
              <a:defRPr sz="2600"/>
            </a:lvl1pPr>
          </a:lstStyle>
          <a:p>
            <a:endParaRPr lang="tr-TR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CD5B9860-02E0-7984-06D2-9CBE10209097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7809070" y="1183177"/>
            <a:ext cx="2664000" cy="3596400"/>
          </a:xfrm>
          <a:prstGeom prst="rect">
            <a:avLst/>
          </a:prstGeom>
          <a:ln w="38100">
            <a:solidFill>
              <a:srgbClr val="6C2B00"/>
            </a:solidFill>
          </a:ln>
        </p:spPr>
        <p:txBody>
          <a:bodyPr/>
          <a:lstStyle>
            <a:lvl1pPr>
              <a:defRPr sz="2600"/>
            </a:lvl1pPr>
          </a:lstStyle>
          <a:p>
            <a:endParaRPr lang="tr-TR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8E79C239-DAC2-01F2-7500-93332B57F721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10859206" y="1183177"/>
            <a:ext cx="2664000" cy="3596400"/>
          </a:xfrm>
          <a:prstGeom prst="rect">
            <a:avLst/>
          </a:prstGeom>
          <a:ln w="38100">
            <a:solidFill>
              <a:srgbClr val="6C2B00"/>
            </a:solidFill>
          </a:ln>
        </p:spPr>
        <p:txBody>
          <a:bodyPr/>
          <a:lstStyle>
            <a:lvl1pPr>
              <a:defRPr sz="2600"/>
            </a:lvl1pPr>
          </a:lstStyle>
          <a:p>
            <a:endParaRPr lang="tr-TR"/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EAC222C2-7CBE-11FC-B3AD-57060B8BC83B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3948200" y="1183177"/>
            <a:ext cx="2664000" cy="3596400"/>
          </a:xfrm>
          <a:prstGeom prst="rect">
            <a:avLst/>
          </a:prstGeom>
          <a:ln w="38100">
            <a:solidFill>
              <a:srgbClr val="6C2B00"/>
            </a:solidFill>
          </a:ln>
        </p:spPr>
        <p:txBody>
          <a:bodyPr/>
          <a:lstStyle>
            <a:lvl1pPr>
              <a:defRPr sz="2600"/>
            </a:lvl1pPr>
          </a:lstStyle>
          <a:p>
            <a:endParaRPr lang="tr-TR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CBEA534F-359A-FE96-1455-A73A0BB2C2A0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7015400" y="1183177"/>
            <a:ext cx="2664000" cy="3596400"/>
          </a:xfrm>
          <a:prstGeom prst="rect">
            <a:avLst/>
          </a:prstGeom>
          <a:ln w="38100">
            <a:solidFill>
              <a:srgbClr val="6C2B00"/>
            </a:solidFill>
          </a:ln>
        </p:spPr>
        <p:txBody>
          <a:bodyPr/>
          <a:lstStyle>
            <a:lvl1pPr>
              <a:defRPr sz="2600"/>
            </a:lvl1pPr>
          </a:lstStyle>
          <a:p>
            <a:endParaRPr lang="tr-TR"/>
          </a:p>
        </p:txBody>
      </p:sp>
      <p:sp>
        <p:nvSpPr>
          <p:cNvPr id="19" name="Picture Placeholder 12">
            <a:extLst>
              <a:ext uri="{FF2B5EF4-FFF2-40B4-BE49-F238E27FC236}">
                <a16:creationId xmlns:a16="http://schemas.microsoft.com/office/drawing/2014/main" id="{3E229BF2-7908-E9C0-4261-04D1F0D176D9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0089719" y="1183177"/>
            <a:ext cx="2664000" cy="3596400"/>
          </a:xfrm>
          <a:prstGeom prst="rect">
            <a:avLst/>
          </a:prstGeom>
          <a:ln w="38100">
            <a:solidFill>
              <a:srgbClr val="6C2B00"/>
            </a:solidFill>
          </a:ln>
        </p:spPr>
        <p:txBody>
          <a:bodyPr/>
          <a:lstStyle>
            <a:lvl1pPr>
              <a:defRPr sz="2600"/>
            </a:lvl1pPr>
          </a:lstStyle>
          <a:p>
            <a:endParaRPr lang="tr-TR"/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E898D25C-749A-E1C0-33DB-6BA6D00D054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1712912" y="6858000"/>
            <a:ext cx="2664000" cy="3596400"/>
          </a:xfrm>
          <a:prstGeom prst="rect">
            <a:avLst/>
          </a:prstGeom>
          <a:ln w="38100">
            <a:solidFill>
              <a:srgbClr val="6C2B00"/>
            </a:solidFill>
          </a:ln>
        </p:spPr>
        <p:txBody>
          <a:bodyPr/>
          <a:lstStyle>
            <a:lvl1pPr>
              <a:defRPr sz="2600"/>
            </a:lvl1pPr>
          </a:lstStyle>
          <a:p>
            <a:endParaRPr lang="tr-TR"/>
          </a:p>
        </p:txBody>
      </p:sp>
      <p:sp>
        <p:nvSpPr>
          <p:cNvPr id="21" name="Picture Placeholder 12">
            <a:extLst>
              <a:ext uri="{FF2B5EF4-FFF2-40B4-BE49-F238E27FC236}">
                <a16:creationId xmlns:a16="http://schemas.microsoft.com/office/drawing/2014/main" id="{72BA5CF6-428C-8222-E996-FE2899C37E96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4746600" y="6858000"/>
            <a:ext cx="2664000" cy="3596400"/>
          </a:xfrm>
          <a:prstGeom prst="rect">
            <a:avLst/>
          </a:prstGeom>
          <a:ln w="38100">
            <a:solidFill>
              <a:srgbClr val="6C2B00"/>
            </a:solidFill>
          </a:ln>
        </p:spPr>
        <p:txBody>
          <a:bodyPr/>
          <a:lstStyle>
            <a:lvl1pPr>
              <a:defRPr sz="2600"/>
            </a:lvl1pPr>
          </a:lstStyle>
          <a:p>
            <a:endParaRPr lang="tr-TR"/>
          </a:p>
        </p:txBody>
      </p:sp>
      <p:sp>
        <p:nvSpPr>
          <p:cNvPr id="22" name="Picture Placeholder 12">
            <a:extLst>
              <a:ext uri="{FF2B5EF4-FFF2-40B4-BE49-F238E27FC236}">
                <a16:creationId xmlns:a16="http://schemas.microsoft.com/office/drawing/2014/main" id="{196310C7-52AC-4ED1-7CB7-86B60CE2DC3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7809070" y="6858000"/>
            <a:ext cx="2664000" cy="3596400"/>
          </a:xfrm>
          <a:prstGeom prst="rect">
            <a:avLst/>
          </a:prstGeom>
          <a:ln w="38100">
            <a:solidFill>
              <a:srgbClr val="6C2B00"/>
            </a:solidFill>
          </a:ln>
        </p:spPr>
        <p:txBody>
          <a:bodyPr/>
          <a:lstStyle>
            <a:lvl1pPr>
              <a:defRPr sz="2600"/>
            </a:lvl1pPr>
          </a:lstStyle>
          <a:p>
            <a:endParaRPr lang="tr-TR"/>
          </a:p>
        </p:txBody>
      </p:sp>
      <p:sp>
        <p:nvSpPr>
          <p:cNvPr id="23" name="Picture Placeholder 12">
            <a:extLst>
              <a:ext uri="{FF2B5EF4-FFF2-40B4-BE49-F238E27FC236}">
                <a16:creationId xmlns:a16="http://schemas.microsoft.com/office/drawing/2014/main" id="{0D94542B-963B-463D-0B50-834FD83E514A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0859206" y="6858000"/>
            <a:ext cx="2664000" cy="3596400"/>
          </a:xfrm>
          <a:prstGeom prst="rect">
            <a:avLst/>
          </a:prstGeom>
          <a:ln w="38100">
            <a:solidFill>
              <a:srgbClr val="6C2B00"/>
            </a:solidFill>
          </a:ln>
        </p:spPr>
        <p:txBody>
          <a:bodyPr/>
          <a:lstStyle>
            <a:lvl1pPr>
              <a:defRPr sz="2600"/>
            </a:lvl1pPr>
          </a:lstStyle>
          <a:p>
            <a:endParaRPr lang="tr-TR"/>
          </a:p>
        </p:txBody>
      </p:sp>
      <p:sp>
        <p:nvSpPr>
          <p:cNvPr id="24" name="Picture Placeholder 12">
            <a:extLst>
              <a:ext uri="{FF2B5EF4-FFF2-40B4-BE49-F238E27FC236}">
                <a16:creationId xmlns:a16="http://schemas.microsoft.com/office/drawing/2014/main" id="{7443BF14-3147-C685-BD77-62F9F32EC6E2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13948200" y="6858000"/>
            <a:ext cx="2664000" cy="3596400"/>
          </a:xfrm>
          <a:prstGeom prst="rect">
            <a:avLst/>
          </a:prstGeom>
          <a:ln w="38100">
            <a:solidFill>
              <a:srgbClr val="6C2B00"/>
            </a:solidFill>
          </a:ln>
        </p:spPr>
        <p:txBody>
          <a:bodyPr/>
          <a:lstStyle>
            <a:lvl1pPr>
              <a:defRPr sz="2600"/>
            </a:lvl1pPr>
          </a:lstStyle>
          <a:p>
            <a:endParaRPr lang="tr-TR"/>
          </a:p>
        </p:txBody>
      </p:sp>
      <p:sp>
        <p:nvSpPr>
          <p:cNvPr id="26" name="Picture Placeholder 12">
            <a:extLst>
              <a:ext uri="{FF2B5EF4-FFF2-40B4-BE49-F238E27FC236}">
                <a16:creationId xmlns:a16="http://schemas.microsoft.com/office/drawing/2014/main" id="{7AE4A3F4-F869-CED0-7E41-36DF40EFC1E6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17015400" y="6858000"/>
            <a:ext cx="2664000" cy="3596400"/>
          </a:xfrm>
          <a:prstGeom prst="rect">
            <a:avLst/>
          </a:prstGeom>
          <a:ln w="38100">
            <a:solidFill>
              <a:srgbClr val="6C2B00"/>
            </a:solidFill>
          </a:ln>
        </p:spPr>
        <p:txBody>
          <a:bodyPr/>
          <a:lstStyle>
            <a:lvl1pPr>
              <a:defRPr sz="2600"/>
            </a:lvl1pPr>
          </a:lstStyle>
          <a:p>
            <a:endParaRPr lang="tr-TR"/>
          </a:p>
        </p:txBody>
      </p:sp>
      <p:sp>
        <p:nvSpPr>
          <p:cNvPr id="27" name="Picture Placeholder 12">
            <a:extLst>
              <a:ext uri="{FF2B5EF4-FFF2-40B4-BE49-F238E27FC236}">
                <a16:creationId xmlns:a16="http://schemas.microsoft.com/office/drawing/2014/main" id="{9366A063-AAF4-8922-5A69-0AF22D8DB8B9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20089719" y="6858000"/>
            <a:ext cx="2664000" cy="3596400"/>
          </a:xfrm>
          <a:prstGeom prst="rect">
            <a:avLst/>
          </a:prstGeom>
          <a:ln w="38100">
            <a:solidFill>
              <a:srgbClr val="6C2B00"/>
            </a:solidFill>
          </a:ln>
        </p:spPr>
        <p:txBody>
          <a:bodyPr/>
          <a:lstStyle>
            <a:lvl1pPr>
              <a:defRPr sz="2600"/>
            </a:lvl1pPr>
          </a:lstStyle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48631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3C6E9C-9A17-A74A-8A99-B22BBF5E3463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5" name="Arrow: Bent 38">
            <a:extLst>
              <a:ext uri="{FF2B5EF4-FFF2-40B4-BE49-F238E27FC236}">
                <a16:creationId xmlns:a16="http://schemas.microsoft.com/office/drawing/2014/main" id="{FE3E798E-6CD3-49E6-8E78-353FB9BBCB5A}"/>
              </a:ext>
            </a:extLst>
          </p:cNvPr>
          <p:cNvSpPr/>
          <p:nvPr userDrawn="1"/>
        </p:nvSpPr>
        <p:spPr>
          <a:xfrm>
            <a:off x="350138" y="2440538"/>
            <a:ext cx="760650" cy="716730"/>
          </a:xfrm>
          <a:prstGeom prst="bentArrow">
            <a:avLst/>
          </a:prstGeom>
          <a:solidFill>
            <a:srgbClr val="6C2B00"/>
          </a:solidFill>
          <a:ln>
            <a:solidFill>
              <a:srgbClr val="6C2B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D0B6E7-A850-436D-9DFF-28DD4FDD3F1D}"/>
              </a:ext>
            </a:extLst>
          </p:cNvPr>
          <p:cNvSpPr txBox="1"/>
          <p:nvPr userDrawn="1"/>
        </p:nvSpPr>
        <p:spPr>
          <a:xfrm>
            <a:off x="-252141" y="3521873"/>
            <a:ext cx="1965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TESPİTLER</a:t>
            </a:r>
            <a:endParaRPr lang="tr-TR" sz="1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3" name="Text Placeholder 42"/>
          <p:cNvSpPr>
            <a:spLocks noGrp="1"/>
          </p:cNvSpPr>
          <p:nvPr>
            <p:ph type="body" sz="quarter" idx="25"/>
          </p:nvPr>
        </p:nvSpPr>
        <p:spPr>
          <a:xfrm>
            <a:off x="350838" y="401638"/>
            <a:ext cx="22813200" cy="11809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457177" lvl="0" indent="-457177">
              <a:spcBef>
                <a:spcPct val="0"/>
              </a:spcBef>
            </a:pPr>
            <a:endParaRPr lang="en-US" dirty="0"/>
          </a:p>
        </p:txBody>
      </p:sp>
      <p:sp>
        <p:nvSpPr>
          <p:cNvPr id="45" name="Text Placeholder 22"/>
          <p:cNvSpPr>
            <a:spLocks noGrp="1"/>
          </p:cNvSpPr>
          <p:nvPr>
            <p:ph type="body" sz="quarter" idx="27"/>
          </p:nvPr>
        </p:nvSpPr>
        <p:spPr>
          <a:xfrm>
            <a:off x="1566000" y="4898865"/>
            <a:ext cx="2890800" cy="1624013"/>
          </a:xfrm>
          <a:prstGeom prst="rect">
            <a:avLst/>
          </a:prstGeom>
          <a:ln w="47625">
            <a:solidFill>
              <a:srgbClr val="6C2B00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500" u="none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6" name="Text Placeholder 22"/>
          <p:cNvSpPr>
            <a:spLocks noGrp="1"/>
          </p:cNvSpPr>
          <p:nvPr>
            <p:ph type="body" sz="quarter" idx="28"/>
          </p:nvPr>
        </p:nvSpPr>
        <p:spPr>
          <a:xfrm>
            <a:off x="19969200" y="4898865"/>
            <a:ext cx="2890800" cy="1624013"/>
          </a:xfrm>
          <a:prstGeom prst="rect">
            <a:avLst/>
          </a:prstGeom>
          <a:ln w="47625">
            <a:solidFill>
              <a:srgbClr val="6C2B00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500" u="none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7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16902000" y="4898865"/>
            <a:ext cx="2890800" cy="1624013"/>
          </a:xfrm>
          <a:prstGeom prst="rect">
            <a:avLst/>
          </a:prstGeom>
          <a:ln w="47625">
            <a:solidFill>
              <a:srgbClr val="6C2B00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500" u="none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8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4633200" y="4898865"/>
            <a:ext cx="2890800" cy="1624013"/>
          </a:xfrm>
          <a:prstGeom prst="rect">
            <a:avLst/>
          </a:prstGeom>
          <a:ln w="47625">
            <a:solidFill>
              <a:srgbClr val="6C2B00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500" u="none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9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10767600" y="4898865"/>
            <a:ext cx="2890800" cy="1624013"/>
          </a:xfrm>
          <a:prstGeom prst="rect">
            <a:avLst/>
          </a:prstGeom>
          <a:ln w="47625">
            <a:solidFill>
              <a:srgbClr val="6C2B00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500" u="none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0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7700400" y="4898865"/>
            <a:ext cx="2890800" cy="1624013"/>
          </a:xfrm>
          <a:prstGeom prst="rect">
            <a:avLst/>
          </a:prstGeom>
          <a:ln w="47625">
            <a:solidFill>
              <a:srgbClr val="6C2B00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500" u="none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1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13834800" y="4898865"/>
            <a:ext cx="2890800" cy="1624013"/>
          </a:xfrm>
          <a:prstGeom prst="rect">
            <a:avLst/>
          </a:prstGeom>
          <a:ln w="47625">
            <a:solidFill>
              <a:srgbClr val="6C2B00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500" u="none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34" hasCustomPrompt="1"/>
          </p:nvPr>
        </p:nvSpPr>
        <p:spPr>
          <a:xfrm>
            <a:off x="1566000" y="12304800"/>
            <a:ext cx="21294000" cy="817200"/>
          </a:xfrm>
          <a:prstGeom prst="rect">
            <a:avLst/>
          </a:prstGeom>
          <a:ln w="47625">
            <a:solidFill>
              <a:srgbClr val="6C2B00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 u="none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tr-TR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kontrolleri sağlanmış olup toplam </a:t>
            </a:r>
            <a:r>
              <a:rPr lang="tr-TR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tr-TR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adet uygunsuzluk tespit edilmiş ve iş kaydı açılmıştır.</a:t>
            </a:r>
            <a:endParaRPr lang="en-US" dirty="0"/>
          </a:p>
        </p:txBody>
      </p:sp>
      <p:sp>
        <p:nvSpPr>
          <p:cNvPr id="2" name="Text Placeholder 22">
            <a:extLst>
              <a:ext uri="{FF2B5EF4-FFF2-40B4-BE49-F238E27FC236}">
                <a16:creationId xmlns:a16="http://schemas.microsoft.com/office/drawing/2014/main" id="{7A7BC82A-92CC-40BB-4DB6-29E1FE6E149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566000" y="10561499"/>
            <a:ext cx="2890800" cy="1624013"/>
          </a:xfrm>
          <a:prstGeom prst="rect">
            <a:avLst/>
          </a:prstGeom>
          <a:ln w="47625">
            <a:solidFill>
              <a:srgbClr val="6C2B00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500" u="none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Text Placeholder 22">
            <a:extLst>
              <a:ext uri="{FF2B5EF4-FFF2-40B4-BE49-F238E27FC236}">
                <a16:creationId xmlns:a16="http://schemas.microsoft.com/office/drawing/2014/main" id="{5BDDF051-1BC2-79F2-2369-1247A80C8DF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9969200" y="10561499"/>
            <a:ext cx="2890800" cy="1624013"/>
          </a:xfrm>
          <a:prstGeom prst="rect">
            <a:avLst/>
          </a:prstGeom>
          <a:ln w="47625">
            <a:solidFill>
              <a:srgbClr val="6C2B00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500" u="none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22">
            <a:extLst>
              <a:ext uri="{FF2B5EF4-FFF2-40B4-BE49-F238E27FC236}">
                <a16:creationId xmlns:a16="http://schemas.microsoft.com/office/drawing/2014/main" id="{DD8FA528-D680-64CA-C3F3-0787B53E26B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6902000" y="10561499"/>
            <a:ext cx="2890800" cy="1624013"/>
          </a:xfrm>
          <a:prstGeom prst="rect">
            <a:avLst/>
          </a:prstGeom>
          <a:ln w="47625">
            <a:solidFill>
              <a:srgbClr val="6C2B00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500" u="none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7117BB53-A048-3491-7A2B-2766B24D905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633200" y="10561499"/>
            <a:ext cx="2890800" cy="1624013"/>
          </a:xfrm>
          <a:prstGeom prst="rect">
            <a:avLst/>
          </a:prstGeom>
          <a:ln w="47625">
            <a:solidFill>
              <a:srgbClr val="6C2B00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500" u="none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4835014A-90B1-A795-CA32-D5F52121C85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0767600" y="10561499"/>
            <a:ext cx="2890800" cy="1624013"/>
          </a:xfrm>
          <a:prstGeom prst="rect">
            <a:avLst/>
          </a:prstGeom>
          <a:ln w="47625">
            <a:solidFill>
              <a:srgbClr val="6C2B00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500" u="none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BF2D70AF-CD76-1E93-1B26-84312EED548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7700400" y="10561499"/>
            <a:ext cx="2890800" cy="1624013"/>
          </a:xfrm>
          <a:prstGeom prst="rect">
            <a:avLst/>
          </a:prstGeom>
          <a:ln w="47625">
            <a:solidFill>
              <a:srgbClr val="6C2B00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500" u="none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70E00BB6-D962-9DC1-7F53-5E13D215D20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3834800" y="10561499"/>
            <a:ext cx="2890800" cy="1624013"/>
          </a:xfrm>
          <a:prstGeom prst="rect">
            <a:avLst/>
          </a:prstGeom>
          <a:ln w="47625">
            <a:solidFill>
              <a:srgbClr val="6C2B00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500" u="none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284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kdörtgen 4">
            <a:extLst>
              <a:ext uri="{FF2B5EF4-FFF2-40B4-BE49-F238E27FC236}">
                <a16:creationId xmlns:a16="http://schemas.microsoft.com/office/drawing/2014/main" id="{0AD5EF82-7EC4-70E2-4454-2AF3EE153752}"/>
              </a:ext>
            </a:extLst>
          </p:cNvPr>
          <p:cNvSpPr/>
          <p:nvPr userDrawn="1"/>
        </p:nvSpPr>
        <p:spPr>
          <a:xfrm>
            <a:off x="0" y="-1"/>
            <a:ext cx="24371989" cy="13715999"/>
          </a:xfrm>
          <a:prstGeom prst="rect">
            <a:avLst/>
          </a:prstGeom>
          <a:solidFill>
            <a:srgbClr val="F6F4E7"/>
          </a:solidFill>
          <a:ln>
            <a:noFill/>
          </a:ln>
          <a:effectLst>
            <a:outerShdw blurRad="50800" dist="50800" dir="5400000" algn="ctr" rotWithShape="0">
              <a:srgbClr val="FFFFFF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4646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C6E9C-9A17-A74A-8A99-B22BBF5E3463}" type="slidenum">
              <a:rPr lang="tr-TR" smtClean="0"/>
              <a:t>‹#›</a:t>
            </a:fld>
            <a:endParaRPr lang="tr-TR"/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5F4B8439-60CE-21BD-BFE9-E89430DDBEF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458" y="12287297"/>
            <a:ext cx="850808" cy="850808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FF215649-6E73-0971-7E7C-B54151F92BEA}"/>
              </a:ext>
            </a:extLst>
          </p:cNvPr>
          <p:cNvSpPr/>
          <p:nvPr userDrawn="1"/>
        </p:nvSpPr>
        <p:spPr>
          <a:xfrm>
            <a:off x="10424" y="358211"/>
            <a:ext cx="404039" cy="850808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0"/>
                  <a:shade val="30000"/>
                  <a:satMod val="115000"/>
                </a:schemeClr>
              </a:gs>
              <a:gs pos="50000">
                <a:schemeClr val="accent2">
                  <a:lumMod val="50000"/>
                  <a:shade val="67500"/>
                  <a:satMod val="115000"/>
                </a:schemeClr>
              </a:gs>
              <a:gs pos="100000">
                <a:schemeClr val="accent2">
                  <a:lumMod val="50000"/>
                  <a:shade val="100000"/>
                  <a:satMod val="11500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F938CEF5-A37D-E5B8-FFC7-9E815068D507}"/>
              </a:ext>
            </a:extLst>
          </p:cNvPr>
          <p:cNvSpPr/>
          <p:nvPr userDrawn="1"/>
        </p:nvSpPr>
        <p:spPr>
          <a:xfrm>
            <a:off x="0" y="13442951"/>
            <a:ext cx="24382413" cy="273048"/>
          </a:xfrm>
          <a:prstGeom prst="rect">
            <a:avLst/>
          </a:prstGeom>
          <a:gradFill>
            <a:gsLst>
              <a:gs pos="0">
                <a:schemeClr val="accent2">
                  <a:lumMod val="50000"/>
                  <a:shade val="30000"/>
                  <a:satMod val="115000"/>
                </a:schemeClr>
              </a:gs>
              <a:gs pos="50000">
                <a:schemeClr val="accent2">
                  <a:lumMod val="50000"/>
                  <a:shade val="67500"/>
                  <a:satMod val="115000"/>
                </a:schemeClr>
              </a:gs>
              <a:gs pos="100000">
                <a:schemeClr val="accent2">
                  <a:lumMod val="50000"/>
                  <a:shade val="100000"/>
                  <a:satMod val="11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40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5" r:id="rId2"/>
    <p:sldLayoutId id="2147483667" r:id="rId3"/>
    <p:sldLayoutId id="2147483666" r:id="rId4"/>
  </p:sldLayoutIdLst>
  <p:hf hdr="0" ftr="0" dt="0"/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889BC7BA-B253-FF41-8373-08FB688D0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8006" y="5678760"/>
            <a:ext cx="19575110" cy="2358480"/>
          </a:xfrm>
        </p:spPr>
        <p:txBody>
          <a:bodyPr>
            <a:normAutofit/>
          </a:bodyPr>
          <a:lstStyle/>
          <a:p>
            <a:r>
              <a:rPr lang="tr-TR" sz="4800" dirty="0"/>
              <a:t>konular</a:t>
            </a:r>
            <a:endParaRPr lang="tr-TR" sz="6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BCDDD1-B3F3-4BB2-A1C2-CF5DBB8A64B6}"/>
              </a:ext>
            </a:extLst>
          </p:cNvPr>
          <p:cNvSpPr/>
          <p:nvPr/>
        </p:nvSpPr>
        <p:spPr>
          <a:xfrm>
            <a:off x="5212080" y="9216480"/>
            <a:ext cx="1394696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TARİH C Ekibi Gece Faaliyetleri</a:t>
            </a:r>
          </a:p>
        </p:txBody>
      </p:sp>
      <p:sp>
        <p:nvSpPr>
          <p:cNvPr id="5" name="BJPseudoFooter">
            <a:extLst>
              <a:ext uri="{FF2B5EF4-FFF2-40B4-BE49-F238E27FC236}">
                <a16:creationId xmlns:a16="http://schemas.microsoft.com/office/drawing/2014/main" id="{06662402-1896-5285-D534-480DC427C06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7000" y="13439001"/>
            <a:ext cx="223138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tr-TR" sz="1200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166688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734C0BF-CC49-4CB6-8F61-C05471E03A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 trans="20000" detail="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650708" y="1752852"/>
            <a:ext cx="6883231" cy="103997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5200BA-3B7F-497F-B0FF-6C559659F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400" dirty="0"/>
              <a:t>Yönetici Özeti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15597D-9B77-4F68-BDE8-BBA263D44D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53C6E9C-9A17-A74A-8A99-B22BBF5E3463}" type="slidenum">
              <a:rPr lang="tr-TR" smtClean="0"/>
              <a:pPr/>
              <a:t>2</a:t>
            </a:fld>
            <a:endParaRPr lang="tr-T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30C670-8E80-4C23-B91B-DC6FD48D8598}"/>
              </a:ext>
            </a:extLst>
          </p:cNvPr>
          <p:cNvSpPr txBox="1"/>
          <p:nvPr/>
        </p:nvSpPr>
        <p:spPr>
          <a:xfrm>
            <a:off x="1694374" y="1747385"/>
            <a:ext cx="20683489" cy="707886"/>
          </a:xfrm>
          <a:prstGeom prst="rect">
            <a:avLst/>
          </a:prstGeom>
          <a:noFill/>
          <a:ln w="317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r-TR" sz="4000" b="1" dirty="0"/>
              <a:t>X.2026 Gece Vardiyamızda,</a:t>
            </a:r>
            <a:endParaRPr lang="en-US" sz="40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5F8BB9-194B-4F94-A4C2-AB89466C9D8B}"/>
              </a:ext>
            </a:extLst>
          </p:cNvPr>
          <p:cNvSpPr/>
          <p:nvPr/>
        </p:nvSpPr>
        <p:spPr>
          <a:xfrm>
            <a:off x="1694375" y="2719119"/>
            <a:ext cx="20683488" cy="8873431"/>
          </a:xfrm>
          <a:prstGeom prst="rect">
            <a:avLst/>
          </a:prstGeom>
          <a:ln w="31750">
            <a:solidFill>
              <a:schemeClr val="tx2"/>
            </a:solidFill>
          </a:ln>
        </p:spPr>
        <p:txBody>
          <a:bodyPr wrap="square">
            <a:noAutofit/>
          </a:bodyPr>
          <a:lstStyle/>
          <a:p>
            <a:endParaRPr lang="tr-TR" sz="2400" dirty="0"/>
          </a:p>
          <a:p>
            <a:endParaRPr lang="tr-TR" sz="3200" dirty="0"/>
          </a:p>
          <a:p>
            <a:r>
              <a:rPr lang="tr-TR" sz="3200" dirty="0"/>
              <a:t>[KONULAR] kontrolleri sağlanmış; </a:t>
            </a:r>
            <a:r>
              <a:rPr lang="tr-TR" sz="3200" b="1" dirty="0">
                <a:solidFill>
                  <a:srgbClr val="FF0000"/>
                </a:solidFill>
              </a:rPr>
              <a:t>y</a:t>
            </a:r>
            <a:r>
              <a:rPr lang="tr-TR" sz="3200" dirty="0"/>
              <a:t> adet uygunsuzluk tespit edilmiştir. Özet bilgiler aşağıda, detay bilgiler sunum içerisinde yer almaktadır.</a:t>
            </a:r>
          </a:p>
          <a:p>
            <a:endParaRPr lang="tr-TR" sz="3200" dirty="0"/>
          </a:p>
          <a:p>
            <a:endParaRPr lang="tr-TR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3200" dirty="0"/>
              <a:t>X kontrollerinde </a:t>
            </a:r>
            <a:r>
              <a:rPr lang="tr-TR" sz="3200" b="1" dirty="0">
                <a:ea typeface="Tahoma" panose="020B0604030504040204" pitchFamily="34" charset="0"/>
                <a:cs typeface="Tahoma" panose="020B0604030504040204" pitchFamily="34" charset="0"/>
              </a:rPr>
              <a:t>y</a:t>
            </a:r>
            <a:r>
              <a:rPr lang="tr-TR" sz="3200" dirty="0">
                <a:ea typeface="Tahoma" panose="020B0604030504040204" pitchFamily="34" charset="0"/>
                <a:cs typeface="Tahoma" panose="020B0604030504040204" pitchFamily="34" charset="0"/>
              </a:rPr>
              <a:t> adet,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3200" dirty="0"/>
              <a:t>X kontrollerinde </a:t>
            </a:r>
            <a:r>
              <a:rPr lang="tr-TR" sz="3200" b="1" dirty="0">
                <a:ea typeface="Tahoma" panose="020B0604030504040204" pitchFamily="34" charset="0"/>
                <a:cs typeface="Tahoma" panose="020B0604030504040204" pitchFamily="34" charset="0"/>
              </a:rPr>
              <a:t>y</a:t>
            </a:r>
            <a:r>
              <a:rPr lang="tr-TR" sz="3200" dirty="0">
                <a:ea typeface="Tahoma" panose="020B0604030504040204" pitchFamily="34" charset="0"/>
                <a:cs typeface="Tahoma" panose="020B0604030504040204" pitchFamily="34" charset="0"/>
              </a:rPr>
              <a:t> adet,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3200" dirty="0"/>
              <a:t>X kontrollerinde </a:t>
            </a:r>
            <a:r>
              <a:rPr lang="tr-TR" sz="3200" b="1" dirty="0">
                <a:ea typeface="Tahoma" panose="020B0604030504040204" pitchFamily="34" charset="0"/>
                <a:cs typeface="Tahoma" panose="020B0604030504040204" pitchFamily="34" charset="0"/>
              </a:rPr>
              <a:t>y</a:t>
            </a:r>
            <a:r>
              <a:rPr lang="tr-TR" sz="3200" dirty="0">
                <a:ea typeface="Tahoma" panose="020B0604030504040204" pitchFamily="34" charset="0"/>
                <a:cs typeface="Tahoma" panose="020B0604030504040204" pitchFamily="34" charset="0"/>
              </a:rPr>
              <a:t> adet,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3200" dirty="0"/>
              <a:t>X kontrollerinde </a:t>
            </a:r>
            <a:r>
              <a:rPr lang="tr-TR" sz="3200" b="1" dirty="0">
                <a:ea typeface="Tahoma" panose="020B0604030504040204" pitchFamily="34" charset="0"/>
                <a:cs typeface="Tahoma" panose="020B0604030504040204" pitchFamily="34" charset="0"/>
              </a:rPr>
              <a:t>y</a:t>
            </a:r>
            <a:r>
              <a:rPr lang="tr-TR" sz="3200" dirty="0">
                <a:ea typeface="Tahoma" panose="020B0604030504040204" pitchFamily="34" charset="0"/>
                <a:cs typeface="Tahoma" panose="020B0604030504040204" pitchFamily="34" charset="0"/>
              </a:rPr>
              <a:t> adet,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3200" dirty="0"/>
              <a:t>X kontrollerinde </a:t>
            </a:r>
            <a:r>
              <a:rPr lang="tr-TR" sz="3200" b="1" dirty="0">
                <a:ea typeface="Tahoma" panose="020B0604030504040204" pitchFamily="34" charset="0"/>
                <a:cs typeface="Tahoma" panose="020B0604030504040204" pitchFamily="34" charset="0"/>
              </a:rPr>
              <a:t>y</a:t>
            </a:r>
            <a:r>
              <a:rPr lang="tr-TR" sz="3200" dirty="0">
                <a:ea typeface="Tahoma" panose="020B0604030504040204" pitchFamily="34" charset="0"/>
                <a:cs typeface="Tahoma" panose="020B0604030504040204" pitchFamily="34" charset="0"/>
              </a:rPr>
              <a:t> adet uygunsuzluk tespit edilmiş ve iş kaydı açılmıştır.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tr-TR" sz="3200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tr-TR" sz="3200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tr-TR" sz="3200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tr-TR" sz="3200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tr-TR" sz="3200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tr-TR" sz="3200" dirty="0"/>
          </a:p>
        </p:txBody>
      </p:sp>
      <p:sp>
        <p:nvSpPr>
          <p:cNvPr id="8" name="BJPseudoFooter">
            <a:extLst>
              <a:ext uri="{FF2B5EF4-FFF2-40B4-BE49-F238E27FC236}">
                <a16:creationId xmlns:a16="http://schemas.microsoft.com/office/drawing/2014/main" id="{854F6ED2-0428-4641-6473-C16D984A390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7000" y="13439001"/>
            <a:ext cx="223138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tr-TR" sz="1200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902134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413F27-54BB-351C-1F0C-CF46324065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3C6E9C-9A17-A74A-8A99-B22BBF5E3463}" type="slidenum">
              <a:rPr lang="tr-TR" smtClean="0"/>
              <a:pPr/>
              <a:t>3</a:t>
            </a:fld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463A4-4F13-5DEA-95A4-3EDC94A6612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tr-TR"/>
              <a:t>KONU</a:t>
            </a:r>
            <a:endParaRPr lang="tr-T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AB1C0-8626-2B8F-01FD-FE9F237D6D9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F078D9-F1FB-C207-C05D-29995994B73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F23C908-D576-3A74-A276-22C9B6523BD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BFE4D0-0254-96A9-1C5B-8D807017A3C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82BE60D-8685-B230-E010-EFED5C59D49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600D86-4278-DE2B-9344-5F51BBF494A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9C2C323-A2BB-7432-4BBA-34CB094D934A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39870F-0350-DE8A-72DC-7624875489F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7402876-6D35-AE88-FEBC-44FD9F5A01D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15B4F12-16ED-6400-60DD-8138A687D7B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0FE1763-BE25-5601-DBE9-7C84D2C8A2B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34A3E7B-B446-C498-A808-FDB4449E6B7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D25D6E0-7A64-3A31-0D18-D5DDFB4F95E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AC87B95-3483-ED26-B41F-09623D2CC0C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3B4B704-42DD-8ACF-2EC5-846D5A0FA5C9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5246B2C-ABC9-3B94-A6B1-4A6C2D8335EB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/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58AEA3F-06AE-805A-EFFF-BFCAD121D1E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/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E4C1E30-A4EB-1328-1103-3A956D677B15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/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85EF60F-2510-C2F7-F84D-252FD834EA14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/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6C4F6AA3-68B1-2FDF-CA04-61121483370A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/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A3E256E9-9A6B-74BD-71A4-97BC23AD5B38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/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F97F7DBD-4F69-1F1C-B44D-75214F33FA2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/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9267CD6B-F31B-E28A-FF53-DACBE25A38D2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/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6E572C02-E456-8ADC-ACDD-382A11ACC1B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/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2F766A95-1D66-0150-3B65-A43A24B98E42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/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E8AE1438-3913-074F-A938-FF69C0947FBA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/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1A464DA5-D550-E686-D989-CE66CEF0580E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/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19143B55-7EFE-BB70-DD01-48634D08C4EF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/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B54DAEE-5C70-91A7-2059-24004DF91BC7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/>
      </p:sp>
      <p:sp>
        <p:nvSpPr>
          <p:cNvPr id="33" name="BJPseudoFooter">
            <a:extLst>
              <a:ext uri="{FF2B5EF4-FFF2-40B4-BE49-F238E27FC236}">
                <a16:creationId xmlns:a16="http://schemas.microsoft.com/office/drawing/2014/main" id="{440B4D3F-F5FE-98C5-892B-4B52B7DD145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7000" y="13439001"/>
            <a:ext cx="223138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tr-TR" sz="1200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7096609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"/>
  <p:tag name="BJHEADERFOOTERTEXTMARKİNG" val=" 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"/>
  <p:tag name="BJHEADERFOOTERTEXTMARKING" val=" 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"/>
  <p:tag name="BJHEADERFOOTERTEXTMARKING" val=" 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"/>
  <p:tag name="BJHEADERFOOTERTEXTMARKİNG" val=" 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"/>
  <p:tag name="BJHEADERFOOTERTEXTMARKING" val=" 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"/>
  <p:tag name="BJHEADERFOOTERTEXTMARKING" val=" 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"/>
  <p:tag name="BJHEADERFOOTERTEXTMARKING" val=" 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"/>
  <p:tag name="BJHEADERFOOTERTEXTMARKING" val=" "/>
</p:tagLst>
</file>

<file path=ppt/theme/theme1.xml><?xml version="1.0" encoding="utf-8"?>
<a:theme xmlns:a="http://schemas.openxmlformats.org/drawingml/2006/main" name="Office Teması">
  <a:themeElements>
    <a:clrScheme name="Office Teması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eması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eması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WrappedLabelHistory xmlns:xsd="http://www.w3.org/2001/XMLSchema" xmlns:xsi="http://www.w3.org/2001/XMLSchema-instance" xmlns="http://www.boldonjames.com/2016/02/Classifier/internal/wrappedLabelHistory">
  <Value>PD94bWwgdmVyc2lvbj0iMS4wIiBlbmNvZGluZz0idXMtYXNjaWkiPz48bGFiZWxIaXN0b3J5IHhtbG5zOnhzZD0iaHR0cDovL3d3dy53My5vcmcvMjAwMS9YTUxTY2hlbWEiIHhtbG5zOnhzaT0iaHR0cDovL3d3dy53My5vcmcvMjAwMS9YTUxTY2hlbWEtaW5zdGFuY2UiIHhtbG5zPSJodHRwOi8vd3d3LmJvbGRvbmphbWVzLmNvbS8yMDE2LzAyL0NsYXNzaWZpZXIvaW50ZXJuYWwvbGFiZWxIaXN0b3J5Ij48aWQ+ezI3MjBCNTFFLTFBQUEtNDlCOS05MThELURGMENDNjlFMDk2Q308L2lkPjxWYWxpZD50cnVlPC9WYWxpZD48aXRlbT48c2lzbCBzaXNsVmVyc2lvbj0iMCIgcG9saWN5PSIzODViZTcyMi04YjQyLTQ1MzctOTMwYS1kZjFlZmJmZWM4M2EiIG9yaWdpbj0iZGVmYXVsdFZhbHVlIj48ZWxlbWVudCB1aWQ9ImlkX2NsYXNzaWZpY2F0aW9uX2NvbmZpZGVudGlhbCIgdmFsdWU9IiIgeG1sbnM9Imh0dHA6Ly93d3cuYm9sZG9uamFtZXMuY29tLzIwMDgvMDEvc2llL2ludGVybmFsL2xhYmVsIiAvPjwvc2lzbD48VXNlck5hbWU+SUdBSVJQT1JUXHNlemdpbi5iYWxrYW48L1VzZXJOYW1lPjxEYXRlVGltZT4yNi4wNS4yMDI1IDIxOjUyOjQ5PC9EYXRlVGltZT48TGFiZWxTdHJpbmc+SGl6bWV0ZSAmI3hENjt6ZWwgLyBSZXN0cmljdGVkPC9MYWJlbFN0cmluZz48L2l0ZW0+PC9sYWJlbEhpc3Rvcnk+</Value>
  <Signature xmlns="http://www.w3.org/2000/09/xmldsig#">
    <SignedInfo>
      <CanonicalizationMethod Algorithm="http://www.w3.org/TR/2001/REC-xml-c14n-20010315"/>
      <SignatureMethod Algorithm="http://www.w3.org/2001/04/xmldsig-more#rsa-sha256"/>
      <Reference URI="">
        <Transforms>
          <Transform Algorithm="http://www.w3.org/2000/09/xmldsig#enveloped-signature"/>
        </Transforms>
        <DigestMethod Algorithm="http://www.w3.org/2001/04/xmlenc#sha256"/>
        <DigestValue>saPA+FMyeWhRY09RzQ+bvmyoOinJIqeKg8IRJuUfo0U=</DigestValue>
      </Reference>
      <Reference URI="#CLASSIFICATIONHISTORY">
        <DigestMethod Algorithm="http://www.w3.org/2001/04/xmlenc#sha256"/>
        <DigestValue>xiZREJkQuIuuT30Rjcp5+LOhOBWnxFKH3aIFot5wo/8=</DigestValue>
      </Reference>
    </SignedInfo>
    <SignatureValue>bcEy+gwDq9oo7nQHS1NQ1Lm4/VJpZzttwOWnbrkLKvIkxY/EpZjppqyn7sDSIqVUL0Si18OLk5JkFJXt8v5xbA==</SignatureValue>
    <Object Id="CLASSIFICATIONHISTORY">
      <ArrayOfString xmlns:xsd="http://www.w3.org/2001/XMLSchema" xmlns:xsi="http://www.w3.org/2001/XMLSchema-instance" xmlns="">
        <string>xajtHpsz+X3Ve34eFXzP4GXD1lsnzfNO</string>
      </ArrayOfString>
    </Object>
  </Signature>
</WrappedLabelHistory>
</file>

<file path=customXml/item2.xml><?xml version="1.0" encoding="utf-8"?>
<sisl xmlns:xsd="http://www.w3.org/2001/XMLSchema" xmlns:xsi="http://www.w3.org/2001/XMLSchema-instance" xmlns="http://www.boldonjames.com/2008/01/sie/internal/label" sislVersion="0" policy="385be722-8b42-4537-930a-df1efbfec83a" origin="defaultValue">
  <element uid="id_classification_confidential" value=""/>
</sisl>
</file>

<file path=customXml/itemProps1.xml><?xml version="1.0" encoding="utf-8"?>
<ds:datastoreItem xmlns:ds="http://schemas.openxmlformats.org/officeDocument/2006/customXml" ds:itemID="{2720B51E-1AAA-49B9-918D-DF0CC69E096C}">
  <ds:schemaRefs>
    <ds:schemaRef ds:uri="http://www.w3.org/2001/XMLSchema"/>
    <ds:schemaRef ds:uri="http://www.boldonjames.com/2016/02/Classifier/internal/wrappedLabelHistory"/>
    <ds:schemaRef ds:uri="http://www.w3.org/2000/09/xmldsig#"/>
    <ds:schemaRef ds:uri=""/>
  </ds:schemaRefs>
</ds:datastoreItem>
</file>

<file path=customXml/itemProps2.xml><?xml version="1.0" encoding="utf-8"?>
<ds:datastoreItem xmlns:ds="http://schemas.openxmlformats.org/officeDocument/2006/customXml" ds:itemID="{6E38BEC0-40EF-4D26-AFC2-443DA7743572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14497</TotalTime>
  <Words>81</Words>
  <Application>Microsoft Office PowerPoint</Application>
  <PresentationFormat>Custom</PresentationFormat>
  <Paragraphs>30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Tahoma</vt:lpstr>
      <vt:lpstr>Times New Roman</vt:lpstr>
      <vt:lpstr>Office Teması</vt:lpstr>
      <vt:lpstr>konular</vt:lpstr>
      <vt:lpstr>Yönetici Özeti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Sunumo_Grup2</dc:creator>
  <cp:keywords>Hizmete Özel / Restricted</cp:keywords>
  <cp:lastModifiedBy>İsmail Korik</cp:lastModifiedBy>
  <cp:revision>2048</cp:revision>
  <cp:lastPrinted>2023-10-31T08:34:58Z</cp:lastPrinted>
  <dcterms:created xsi:type="dcterms:W3CDTF">2020-04-25T15:51:27Z</dcterms:created>
  <dcterms:modified xsi:type="dcterms:W3CDTF">2026-06-04T20:06:00Z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65beee5d-ed4d-4f1e-9ffe-6c8dc2cae37c</vt:lpwstr>
  </property>
  <property fmtid="{D5CDD505-2E9C-101B-9397-08002B2CF9AE}" pid="3" name="bjpmDocIH">
    <vt:lpwstr>8rqpEakDEX1G5GNrHgIGxsV1Ksp6r37a</vt:lpwstr>
  </property>
  <property fmtid="{D5CDD505-2E9C-101B-9397-08002B2CF9AE}" pid="4" name="bjDocumentLabelXML">
    <vt:lpwstr>&lt;?xml version="1.0" encoding="us-ascii"?&gt;&lt;sisl xmlns:xsd="http://www.w3.org/2001/XMLSchema" xmlns:xsi="http://www.w3.org/2001/XMLSchema-instance" sislVersion="0" policy="385be722-8b42-4537-930a-df1efbfec83a" origin="defaultValue" xmlns="http://www.boldonj</vt:lpwstr>
  </property>
  <property fmtid="{D5CDD505-2E9C-101B-9397-08002B2CF9AE}" pid="5" name="bjDocumentLabelXML-0">
    <vt:lpwstr>ames.com/2008/01/sie/internal/label"&gt;&lt;element uid="id_classification_confidential" value="" /&gt;&lt;/sisl&gt;</vt:lpwstr>
  </property>
  <property fmtid="{D5CDD505-2E9C-101B-9397-08002B2CF9AE}" pid="6" name="bjDocumentSecurityLabel">
    <vt:lpwstr>Hizmete Özel / Restricted</vt:lpwstr>
  </property>
  <property fmtid="{D5CDD505-2E9C-101B-9397-08002B2CF9AE}" pid="7" name="bjClsUserRVM">
    <vt:lpwstr>[{"VisualMarkingType":2,"ShapeName":"","ApplyMarking":true}]</vt:lpwstr>
  </property>
  <property fmtid="{D5CDD505-2E9C-101B-9397-08002B2CF9AE}" pid="8" name="bjSaver">
    <vt:lpwstr>YqvZfsi5YrtJ3jbd1sWMKutpJO1WWvxH</vt:lpwstr>
  </property>
  <property fmtid="{D5CDD505-2E9C-101B-9397-08002B2CF9AE}" pid="9" name="bjSlideMasterFooterText">
    <vt:lpwstr> </vt:lpwstr>
  </property>
  <property fmtid="{D5CDD505-2E9C-101B-9397-08002B2CF9AE}" pid="10" name="bjLabelHistoryID">
    <vt:lpwstr>{2720B51E-1AAA-49B9-918D-DF0CC69E096C}</vt:lpwstr>
  </property>
</Properties>
</file>